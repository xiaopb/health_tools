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c386cc279c74dfe" /><Relationship Type="http://schemas.openxmlformats.org/officeDocument/2006/relationships/extended-properties" Target="/docProps/app.xml" Id="R0607b857683a4fcd" /><Relationship Type="http://schemas.openxmlformats.org/officeDocument/2006/relationships/officeDocument" Target="/ppt/presentation.xml" Id="R271ed1872e8f43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138fabb05e14fd6"/>
  </p:sldMasterIdLst>
  <p:notesMasterIdLst>
    <p:notesMasterId xmlns:r="http://schemas.openxmlformats.org/officeDocument/2006/relationships" r:id="R08c2622650324576"/>
  </p:notesMasterIdLst>
  <p:sldIdLst>
    <p:sldId xmlns:r="http://schemas.openxmlformats.org/officeDocument/2006/relationships" id="256" r:id="Rcc993a72a3a143f5"/>
    <p:sldId xmlns:r="http://schemas.openxmlformats.org/officeDocument/2006/relationships" id="257" r:id="R5801d99a24ba4604"/>
    <p:sldId xmlns:r="http://schemas.openxmlformats.org/officeDocument/2006/relationships" id="258" r:id="Rcdc1c80143b6442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6" cy="72006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eb201fd5bd34c23" /><Relationship Type="http://schemas.openxmlformats.org/officeDocument/2006/relationships/slideMaster" Target="/ppt/slideMasters/slideMaster1.xml" Id="Rb138fabb05e14fd6" /><Relationship Type="http://schemas.openxmlformats.org/officeDocument/2006/relationships/notesMaster" Target="/ppt/notesMasters/notesMaster1.xml" Id="R08c2622650324576" /><Relationship Type="http://schemas.openxmlformats.org/officeDocument/2006/relationships/presProps" Target="/ppt/presProps.xml" Id="Rfefdabdd90db4264" /><Relationship Type="http://schemas.openxmlformats.org/officeDocument/2006/relationships/viewProps" Target="/ppt/viewProps.xml" Id="R84665ca106b94699" /><Relationship Type="http://schemas.openxmlformats.org/officeDocument/2006/relationships/tableStyles" Target="/ppt/tableStyles.xml" Id="Rac36e6db52d545e0" /><Relationship Type="http://schemas.openxmlformats.org/officeDocument/2006/relationships/slide" Target="/ppt/slides/slide1.xml" Id="Rcc993a72a3a143f5" /><Relationship Type="http://schemas.openxmlformats.org/officeDocument/2006/relationships/slide" Target="/ppt/slides/slide2.xml" Id="R5801d99a24ba4604" /><Relationship Type="http://schemas.openxmlformats.org/officeDocument/2006/relationships/slide" Target="/ppt/slides/slide3.xml" Id="Rcdc1c80143b6442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39f615d9f584f5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阿里巴巴普惠体 3.0 55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阿里巴巴普惠体 3.0 55 Regular"/>
        <a:ea typeface=""/>
        <a:cs typeface=""/>
        <a:font script="Jpan" typeface="ＭＳ Ｐゴシック"/>
        <a:font script="Hang" typeface="맑은 고딕"/>
        <a:font script="Hans" typeface="阿里巴巴普惠体 3.0 55 Regular"/>
        <a:font script="Hant" typeface="新細明體"/>
        <a:font script="Arab" typeface="阿里巴巴普惠体 3.0 55 Regular"/>
        <a:font script="Hebr" typeface="阿里巴巴普惠体 3.0 55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阿里巴巴普惠体 3.0 55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7a2523dc6e4d6d" /><Relationship Type="http://schemas.openxmlformats.org/officeDocument/2006/relationships/notesMaster" Target="/ppt/notesMasters/notesMaster1.xml" Id="Rfdd20d361fef44c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159625494314b2f" /><Relationship Type="http://schemas.openxmlformats.org/officeDocument/2006/relationships/notesMaster" Target="/ppt/notesMasters/notesMaster1.xml" Id="R1f9dc3bfecca441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4916d73d0ee4887" /><Relationship Type="http://schemas.openxmlformats.org/officeDocument/2006/relationships/notesMaster" Target="/ppt/notesMasters/notesMaster1.xml" Id="Ra332c54b421d44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模板布局由用户确认：均衡型；场景 30 pt，文件名 20 pt，正文 12 pt 单倍行距。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5b14796c1a446b" /><Relationship Type="http://schemas.openxmlformats.org/officeDocument/2006/relationships/image" Target="/ppt/media/image.png" Id="R5b9ffaa87fa44dc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99c2c733c54a2e" /><Relationship Type="http://schemas.openxmlformats.org/officeDocument/2006/relationships/image" Target="/ppt/media/image2.png" Id="R1596831e7a704d5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67f5c84bc34f00" /><Relationship Type="http://schemas.openxmlformats.org/officeDocument/2006/relationships/image" Target="/ppt/media/image3.png" Id="R67b4ed3d1706427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912d28a1d4414d" /><Relationship Type="http://schemas.openxmlformats.org/officeDocument/2006/relationships/image" Target="/ppt/media/image4.png" Id="R98dafc91ae4c4e0c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1c6c427822748c1" /><Relationship Type="http://schemas.openxmlformats.org/officeDocument/2006/relationships/image" Target="/ppt/media/image4.png" Id="R9063566018434fc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c07801be453438a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3652ba84c304ab1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f99ec0d7ba04e15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78d90e9736445a1" /><Relationship Type="http://schemas.openxmlformats.org/officeDocument/2006/relationships/image" Target="/ppt/media/image4.png" Id="Rfde5bc891a05460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aba307f1ac4a2f" /><Relationship Type="http://schemas.openxmlformats.org/officeDocument/2006/relationships/image" Target="/ppt/media/image4.png" Id="R82ebfec82dde491b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ba1ee6644a8484d" /><Relationship Type="http://schemas.openxmlformats.org/officeDocument/2006/relationships/image" Target="/ppt/media/image5.png" Id="Raa338a02bd954c41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6ef868454c4952" /><Relationship Type="http://schemas.openxmlformats.org/officeDocument/2006/relationships/image" Target="/ppt/media/image4.png" Id="Ra6e9531aa18e4c6a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5ba2fb2e0b4976" /><Relationship Type="http://schemas.openxmlformats.org/officeDocument/2006/relationships/image" Target="/ppt/media/image4.png" Id="R53e3a0179162423a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5eda7c9ed094e42" /><Relationship Type="http://schemas.openxmlformats.org/officeDocument/2006/relationships/image" Target="/ppt/media/image6.png" Id="R7f4f2e9690d54345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fd36752bbfb44d3" /><Relationship Type="http://schemas.openxmlformats.org/officeDocument/2006/relationships/image" Target="/ppt/media/image.jpeg" Id="R0d53463616f643bd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787a4ed44594767" /><Relationship Type="http://schemas.openxmlformats.org/officeDocument/2006/relationships/image" Target="/ppt/media/image7.png" Id="Rc6edfb9da2024b8f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f3712939fa2413f" /></Relationships>
</file>

<file path=ppt/slideLayouts/slideLayout1.xml><?xml version="1.0" encoding="utf-8"?>
<p:sldLayout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9ffaa87fa44d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DCA3ED2-327F-4009-90C4-AB3EFAD832F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01997" y="2582172"/>
            <a:ext cx="6487886" cy="959222"/>
          </a:xfrm>
        </p:spPr>
        <p:txBody>
          <a:bodyPr xmlns:a="http://schemas.openxmlformats.org/drawingml/2006/main" vert="horz" lIns="90000" tIns="46800" rIns="90000" bIns="0" anchor="b">
            <a:normAutofit/>
          </a:bodyPr>
          <a:lstStyle xmlns:a="http://schemas.openxmlformats.org/drawingml/2006/main">
            <a:lvl1pPr marL="0" marR="0" algn="l" defTabSz="914400">
              <a:lnSpc>
                <a:spcPct val="100000"/>
              </a:lnSpc>
              <a:buNone/>
              <a:defRPr sz="4400" b="0" i="0" u="none" kern="1200" cap="none" spc="0" baseline="0">
                <a:solidFill>
                  <a:schemeClr val="bg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B0102E5-131D-401D-8453-6BC5F4218C30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1101990" y="3701105"/>
            <a:ext cx="5342400" cy="7812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 b="0" i="0" u="none" kern="1200" cap="none" spc="0" baseline="0">
                <a:solidFill>
                  <a:schemeClr val="bg1"/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单击此处编辑副标题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D82993CB-C4CE-4B25-9A35-B6DE104BEBCF}"/>
              </a:ext>
            </a:extLst>
          </p:cNvPr>
          <p:cNvSpPr>
            <a:spLocks xmlns:a="http://schemas.openxmlformats.org/drawingml/2006/main" noGrp="1"/>
          </p:cNvSpPr>
          <p:nvPr>
            <p:ph type="dt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9A7BC5EA-826E-4EF7-B83F-4CF7320F2CAB}"/>
              </a:ext>
            </a:extLst>
          </p:cNvPr>
          <p:cNvSpPr>
            <a:spLocks xmlns:a="http://schemas.openxmlformats.org/drawingml/2006/main" noGrp="1"/>
          </p:cNvSpPr>
          <p:nvPr>
            <p:ph type="ftr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01B6F877-ABDE-4DFB-A63D-A41456E1C701}"/>
              </a:ext>
            </a:extLst>
          </p:cNvPr>
          <p:cNvSpPr>
            <a:spLocks xmlns:a="http://schemas.openxmlformats.org/drawingml/2006/main" noGrp="1"/>
          </p:cNvSpPr>
          <p:nvPr>
            <p:ph type="sldNum" idx="1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preserve="1" userDrawn="1">
  <p:cSld name="目录页"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6831e7a704d54"/>
          <a:srcRect xmlns:a="http://schemas.openxmlformats.org/drawingml/2006/main" l="0" t="0" r="52373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36525" y="-419100"/>
            <a:ext cx="1733550" cy="375602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pic>
        <p:nvPicPr>
          <p:cNvPr id="21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96831e7a704d54"/>
          <a:srcRect xmlns:a="http://schemas.openxmlformats.org/drawingml/2006/main" l="59613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476500" y="63500"/>
            <a:ext cx="1470025" cy="375602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6" name="标题 1">
            <a:extLst xmlns:a="http://schemas.openxmlformats.org/drawingml/2006/main">
              <a:ext uri="{FF2B5EF4-FFF2-40B4-BE49-F238E27FC236}">
                <a16:creationId xmlns:a16="http://schemas.microsoft.com/office/drawing/2014/main" id="{8EE8CC28-7E4A-44A1-A3D9-33B1080FE22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414145" y="1419225"/>
            <a:ext cx="1762125" cy="959485"/>
          </a:xfrm>
        </p:spPr>
        <p:txBody>
          <a:bodyPr xmlns:a="http://schemas.openxmlformats.org/drawingml/2006/main" vert="horz" lIns="90000" tIns="46800" rIns="90000" bIns="0" anchor="b">
            <a:normAutofit/>
          </a:bodyPr>
          <a:lstStyle xmlns:a="http://schemas.openxmlformats.org/drawingml/2006/main">
            <a:lvl1pPr marL="0" marR="0" algn="l" defTabSz="914400">
              <a:lnSpc>
                <a:spcPct val="100000"/>
              </a:lnSpc>
              <a:buNone/>
              <a:defRPr sz="4400" b="0" i="0" u="none" kern="1200" cap="none" spc="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 lvl="0">
              <a:buNone/>
            </a:pPr>
            <a:r>
              <a:t>目录</a:t>
            </a:r>
            <a:endParaRPr/>
          </a:p>
        </p:txBody>
      </p:sp>
      <p:sp>
        <p:nvSpPr>
          <p:cNvPr id="17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79F9D2E-0B93-4576-A55A-A36ACEFDC656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6547485" y="1671955"/>
            <a:ext cx="3196590" cy="78105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 b="0" i="0" u="dash" kern="120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 lvl="0">
              <a:buNone/>
            </a:pPr>
            <a:r>
              <a:t>单击编辑章节标题</a:t>
            </a:r>
            <a:endParaRPr/>
          </a:p>
        </p:txBody>
      </p:sp>
      <p:sp>
        <p:nvSpPr>
          <p:cNvPr id="12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ACEEEB6-3FFE-4FAD-A52A-3D9130C1841B}"/>
              </a:ext>
            </a:extLst>
          </p:cNvPr>
          <p:cNvSpPr>
            <a:spLocks xmlns:a="http://schemas.openxmlformats.org/drawingml/2006/main" noGrp="1"/>
          </p:cNvSpPr>
          <p:nvPr>
            <p:ph type="body" idx="16" hasCustomPrompt="1"/>
          </p:nvPr>
        </p:nvSpPr>
        <p:spPr>
          <a:xfrm xmlns:a="http://schemas.openxmlformats.org/drawingml/2006/main">
            <a:off x="5565775" y="1531620"/>
            <a:ext cx="67056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FF"/>
          </a:solidFill>
        </p:spPr>
        <p:txBody>
          <a:bodyPr xmlns:a="http://schemas.openxmlformats.org/drawingml/2006/main" tIns="71755">
            <a:noAutofit/>
          </a:bodyPr>
          <a:lstStyle xmlns:a="http://schemas.openxmlformats.org/drawingml/2006/main">
            <a:lvl1pPr marL="0" indent="0">
              <a:buNone/>
              <a:defRPr sz="3200" b="0" i="0" u="none" kern="1200" cap="none" spc="0" baseline="0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defRPr>
            </a:lvl1pPr>
          </a:lstStyle>
          <a:p xmlns:a="http://schemas.openxmlformats.org/drawingml/2006/main">
            <a:pPr lvl="0">
              <a:buNone/>
            </a:pPr>
            <a:r>
              <a:t>01</a:t>
            </a:r>
            <a:endParaRPr/>
          </a:p>
        </p:txBody>
      </p:sp>
      <p:sp>
        <p:nvSpPr>
          <p:cNvPr id="2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C5B457B0-71E0-4981-BBBE-315607BD6B56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6547485" y="2846070"/>
            <a:ext cx="3196590" cy="78105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 b="0" i="0" u="dash" kern="120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 lvl="0">
              <a:buNone/>
            </a:pPr>
            <a:r>
              <a:t>单击编辑章节标题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40DB54F9-CBCF-44B5-94CF-C917C58CA3F6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5565775" y="2705735"/>
            <a:ext cx="67056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FF"/>
          </a:solidFill>
        </p:spPr>
        <p:txBody>
          <a:bodyPr xmlns:a="http://schemas.openxmlformats.org/drawingml/2006/main" tIns="71755">
            <a:noAutofit/>
          </a:bodyPr>
          <a:lstStyle xmlns:a="http://schemas.openxmlformats.org/drawingml/2006/main">
            <a:lvl1pPr marL="0" indent="0">
              <a:buNone/>
              <a:defRPr sz="3200" b="0" i="0" u="none" kern="1200" cap="none" spc="0" baseline="0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defRPr>
            </a:lvl1pPr>
          </a:lstStyle>
          <a:p xmlns:a="http://schemas.openxmlformats.org/drawingml/2006/main">
            <a:pPr lvl="0">
              <a:buNone/>
            </a:pPr>
            <a:r>
              <a:t>02</a:t>
            </a:r>
            <a:endParaRPr/>
          </a:p>
        </p:txBody>
      </p:sp>
      <p:sp>
        <p:nvSpPr>
          <p:cNvPr id="4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3E5DF8B-E659-4A89-9D63-6A99B56B75E3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6547485" y="4020185"/>
            <a:ext cx="3196590" cy="78105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 b="0" i="0" u="dash" kern="120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 lvl="0">
              <a:buNone/>
            </a:pPr>
            <a:r>
              <a:t>单击编辑章节标题</a:t>
            </a:r>
            <a:endParaRPr/>
          </a:p>
        </p:txBody>
      </p:sp>
      <p:sp>
        <p:nvSpPr>
          <p:cNvPr id="5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86E5F2E0-D4D6-4CD5-973F-500F766139D3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5565775" y="3879850"/>
            <a:ext cx="67056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FF"/>
          </a:solidFill>
        </p:spPr>
        <p:txBody>
          <a:bodyPr xmlns:a="http://schemas.openxmlformats.org/drawingml/2006/main" tIns="71755">
            <a:noAutofit/>
          </a:bodyPr>
          <a:lstStyle xmlns:a="http://schemas.openxmlformats.org/drawingml/2006/main">
            <a:lvl1pPr marL="0" indent="0">
              <a:buNone/>
              <a:defRPr sz="3200" b="0" i="0" u="none" kern="1200" cap="none" spc="0" baseline="0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defRPr>
            </a:lvl1pPr>
          </a:lstStyle>
          <a:p xmlns:a="http://schemas.openxmlformats.org/drawingml/2006/main">
            <a:pPr lvl="0">
              <a:buNone/>
            </a:pPr>
            <a:r>
              <a:t>03</a:t>
            </a:r>
            <a:endParaRPr/>
          </a:p>
        </p:txBody>
      </p:sp>
      <p:sp>
        <p:nvSpPr>
          <p:cNvPr id="8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9DA3F743-E738-48B5-A11B-04849EF6E3CC}"/>
              </a:ext>
            </a:extLst>
          </p:cNvPr>
          <p:cNvSpPr>
            <a:spLocks xmlns:a="http://schemas.openxmlformats.org/drawingml/2006/main" noGrp="1"/>
          </p:cNvSpPr>
          <p:nvPr>
            <p:ph type="body" idx="21" hasCustomPrompt="1"/>
          </p:nvPr>
        </p:nvSpPr>
        <p:spPr>
          <a:xfrm xmlns:a="http://schemas.openxmlformats.org/drawingml/2006/main">
            <a:off x="6547485" y="5194300"/>
            <a:ext cx="3196590" cy="78105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 b="0" i="0" u="dash" kern="120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 lvl="0">
              <a:buNone/>
            </a:pPr>
            <a:r>
              <a:t>单击编辑章节标题</a:t>
            </a:r>
            <a:endParaRPr/>
          </a:p>
        </p:txBody>
      </p:sp>
      <p:sp>
        <p:nvSpPr>
          <p:cNvPr id="11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ECE1EA88-88FC-4A8F-A8B9-DEC90D185FFB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5565775" y="5053965"/>
            <a:ext cx="670560" cy="5314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CFF"/>
          </a:solidFill>
        </p:spPr>
        <p:txBody>
          <a:bodyPr xmlns:a="http://schemas.openxmlformats.org/drawingml/2006/main" tIns="71755">
            <a:noAutofit/>
          </a:bodyPr>
          <a:lstStyle xmlns:a="http://schemas.openxmlformats.org/drawingml/2006/main">
            <a:lvl1pPr marL="0" indent="0">
              <a:buNone/>
              <a:defRPr sz="3200" b="0" i="0" u="none" kern="1200" cap="none" spc="0" baseline="0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defRPr>
            </a:lvl1pPr>
          </a:lstStyle>
          <a:p xmlns:a="http://schemas.openxmlformats.org/drawingml/2006/main">
            <a:pPr lvl="0">
              <a:buNone/>
            </a:pPr>
            <a:r>
              <a:t>04</a:t>
            </a:r>
            <a:endParaRPr/>
          </a:p>
        </p:txBody>
      </p:sp>
      <p:sp>
        <p:nvSpPr>
          <p:cNvPr id="6" name="日期占位符 5">
            <a:extLst xmlns:a="http://schemas.openxmlformats.org/drawingml/2006/main">
              <a:ext uri="{FF2B5EF4-FFF2-40B4-BE49-F238E27FC236}">
                <a16:creationId xmlns:a16="http://schemas.microsoft.com/office/drawing/2014/main" id="{DEA8D323-E037-48DD-9CBE-FCA3B27AB0EB}"/>
              </a:ext>
            </a:extLst>
          </p:cNvPr>
          <p:cNvSpPr>
            <a:spLocks xmlns:a="http://schemas.openxmlformats.org/drawingml/2006/main" noGrp="1"/>
          </p:cNvSpPr>
          <p:nvPr>
            <p:ph type="dt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7" name="页脚占位符 6">
            <a:extLst xmlns:a="http://schemas.openxmlformats.org/drawingml/2006/main">
              <a:ext uri="{FF2B5EF4-FFF2-40B4-BE49-F238E27FC236}">
                <a16:creationId xmlns:a16="http://schemas.microsoft.com/office/drawing/2014/main" id="{BD701F9B-FE3B-4851-B88C-C7D4B1674787}"/>
              </a:ext>
            </a:extLst>
          </p:cNvPr>
          <p:cNvSpPr>
            <a:spLocks xmlns:a="http://schemas.openxmlformats.org/drawingml/2006/main" noGrp="1"/>
          </p:cNvSpPr>
          <p:nvPr>
            <p:ph type="ftr" idx="2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93FA6ADC-9154-488D-8A05-A9BBE16BBDC6}"/>
              </a:ext>
            </a:extLst>
          </p:cNvPr>
          <p:cNvSpPr>
            <a:spLocks xmlns:a="http://schemas.openxmlformats.org/drawingml/2006/main" noGrp="1"/>
          </p:cNvSpPr>
          <p:nvPr>
            <p:ph type="sldNum" idx="2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图片 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7b4ed3d170642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201525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5" name="内容占位符 4">
            <a:extLst xmlns:a="http://schemas.openxmlformats.org/drawingml/2006/main">
              <a:ext uri="{FF2B5EF4-FFF2-40B4-BE49-F238E27FC236}">
                <a16:creationId xmlns:a16="http://schemas.microsoft.com/office/drawing/2014/main" id="{77A2E812-5590-4133-BDF2-037890E1ADD9}"/>
              </a:ext>
            </a:extLst>
          </p:cNvPr>
          <p:cNvSpPr>
            <a:spLocks xmlns:a="http://schemas.openxmlformats.org/drawingml/2006/main" noGrp="1"/>
          </p:cNvSpPr>
          <p:nvPr>
            <p:ph idx="16" hasCustomPrompt="1"/>
          </p:nvPr>
        </p:nvSpPr>
        <p:spPr>
          <a:xfrm xmlns:a="http://schemas.openxmlformats.org/drawingml/2006/main">
            <a:off x="1101990" y="1834200"/>
            <a:ext cx="6487893" cy="1863031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buNone/>
              <a:defRPr sz="14000" b="1" i="0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defRPr>
            </a:lvl1pPr>
            <a:lvl2pPr marL="457200" indent="0">
              <a:buNone/>
              <a:defRPr sz="14000" b="1" i="0">
                <a:solidFill>
                  <a:schemeClr val="bg1"/>
                </a:solidFill>
                <a:latin typeface="阿里巴巴普惠体 2.0 105 Heavy"/>
                <a:ea typeface="阿里巴巴普惠体 2.0 105 Heavy"/>
                <a:cs typeface="阿里巴巴普惠体 2.0 105 Heavy"/>
              </a:defRPr>
            </a:lvl2pPr>
            <a:lvl3pPr marL="914400" indent="0">
              <a:buNone/>
              <a:defRPr sz="14000" b="1" i="0">
                <a:solidFill>
                  <a:schemeClr val="bg1"/>
                </a:solidFill>
                <a:latin typeface="阿里巴巴普惠体 2.0 105 Heavy"/>
                <a:ea typeface="阿里巴巴普惠体 2.0 105 Heavy"/>
                <a:cs typeface="阿里巴巴普惠体 2.0 105 Heavy"/>
              </a:defRPr>
            </a:lvl3pPr>
            <a:lvl4pPr marL="1371600" indent="0">
              <a:buNone/>
              <a:defRPr sz="14000" b="1" i="0">
                <a:solidFill>
                  <a:schemeClr val="bg1"/>
                </a:solidFill>
                <a:latin typeface="阿里巴巴普惠体 2.0 105 Heavy"/>
                <a:ea typeface="阿里巴巴普惠体 2.0 105 Heavy"/>
                <a:cs typeface="阿里巴巴普惠体 2.0 105 Heavy"/>
              </a:defRPr>
            </a:lvl4pPr>
            <a:lvl5pPr marL="1828800" indent="0">
              <a:buNone/>
              <a:defRPr sz="14000" b="1" i="0">
                <a:solidFill>
                  <a:schemeClr val="bg1"/>
                </a:solidFill>
                <a:latin typeface="阿里巴巴普惠体 2.0 105 Heavy"/>
                <a:ea typeface="阿里巴巴普惠体 2.0 105 Heavy"/>
                <a:cs typeface="阿里巴巴普惠体 2.0 105 Heavy"/>
              </a:defRPr>
            </a:lvl5pPr>
          </a:lstStyle>
          <a:p xmlns:a="http://schemas.openxmlformats.org/drawingml/2006/main">
            <a:pPr lvl="0">
              <a:buNone/>
            </a:pPr>
            <a:r>
              <a:t>序号</a:t>
            </a:r>
            <a:endParaRPr/>
          </a:p>
        </p:txBody>
      </p:sp>
      <p:sp>
        <p:nvSpPr>
          <p:cNvPr id="16" name="标题 1">
            <a:extLst xmlns:a="http://schemas.openxmlformats.org/drawingml/2006/main">
              <a:ext uri="{FF2B5EF4-FFF2-40B4-BE49-F238E27FC236}">
                <a16:creationId xmlns:a16="http://schemas.microsoft.com/office/drawing/2014/main" id="{1BBEF00B-545E-448D-8040-ADBDD47C744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01990" y="3697231"/>
            <a:ext cx="6487886" cy="959222"/>
          </a:xfrm>
        </p:spPr>
        <p:txBody>
          <a:bodyPr xmlns:a="http://schemas.openxmlformats.org/drawingml/2006/main" vert="horz" lIns="90000" tIns="46800" rIns="90000" bIns="0" anchor="b">
            <a:normAutofit/>
          </a:bodyPr>
          <a:lstStyle xmlns:a="http://schemas.openxmlformats.org/drawingml/2006/main">
            <a:lvl1pPr marL="0" marR="0" algn="l" defTabSz="914400">
              <a:lnSpc>
                <a:spcPct val="100000"/>
              </a:lnSpc>
              <a:buNone/>
              <a:defRPr sz="4400" b="0" i="0" u="none" kern="1200" cap="none" spc="0" baseline="0">
                <a:solidFill>
                  <a:schemeClr val="bg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单击此处编辑标题</a:t>
            </a:r>
            <a:endParaRPr/>
          </a:p>
        </p:txBody>
      </p:sp>
      <p:sp>
        <p:nvSpPr>
          <p:cNvPr id="17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50CC704E-2532-47ED-AF5F-CAF6F9BBA981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1101983" y="4816164"/>
            <a:ext cx="5342400" cy="7812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 b="0" i="0" u="none" kern="1200" cap="none" spc="0" baseline="0">
                <a:solidFill>
                  <a:schemeClr val="bg1"/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 lvl="0">
              <a:buNone/>
            </a:pPr>
            <a:r>
              <a:t>单击此处编辑副标题</a:t>
            </a:r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12C6E817-33CA-4FDD-8D85-8A56D36072F6}"/>
              </a:ext>
            </a:extLst>
          </p:cNvPr>
          <p:cNvSpPr>
            <a:spLocks xmlns:a="http://schemas.openxmlformats.org/drawingml/2006/main" noGrp="1"/>
          </p:cNvSpPr>
          <p:nvPr>
            <p:ph type="dt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924A774A-9EB9-4E5D-91D2-445F59931596}"/>
              </a:ext>
            </a:extLst>
          </p:cNvPr>
          <p:cNvSpPr>
            <a:spLocks xmlns:a="http://schemas.openxmlformats.org/drawingml/2006/main" noGrp="1"/>
          </p:cNvSpPr>
          <p:nvPr>
            <p:ph type="ftr" idx="1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7B02AA04-C697-42C6-9FFA-5440E8F1D696}"/>
              </a:ext>
            </a:extLst>
          </p:cNvPr>
          <p:cNvSpPr>
            <a:spLocks xmlns:a="http://schemas.openxmlformats.org/drawingml/2006/main" noGrp="1"/>
          </p:cNvSpPr>
          <p:nvPr>
            <p:ph type="sldNum" idx="1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itleOnly" preserve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12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dafc91ae4c4e0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6763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5123" name="文本框 3">
            <a:extLst xmlns:a="http://schemas.openxmlformats.org/drawingml/2006/main">
              <a:ext uri="{FF2B5EF4-FFF2-40B4-BE49-F238E27FC236}">
                <a16:creationId xmlns:a16="http://schemas.microsoft.com/office/drawing/2014/main" id="{C1646422-284D-40AB-BF44-C29CA2B57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542088"/>
            <a:ext cx="4760913" cy="24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100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让万物互联更简单！</a:t>
            </a:r>
            <a:endParaRPr sz="1000">
              <a:solidFill>
                <a:schemeClr val="bg1"/>
              </a:solidFill>
              <a:latin typeface="阿里巴巴普惠体 3.0 45 Light"/>
              <a:ea typeface="阿里巴巴普惠体 3.0 45 Light"/>
              <a:cs typeface="阿里巴巴普惠体 3.0 45 Light"/>
            </a:endParaRPr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024AA922-8A57-4FF9-9C81-F0BF3BEFD699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58165" y="784225"/>
            <a:ext cx="3244850" cy="882015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>
              <a:buNone/>
              <a:defRPr sz="3200" b="0" i="0" u="none" kern="1200" cap="none" spc="0" baseline="0">
                <a:solidFill>
                  <a:schemeClr val="tx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单击编辑大标题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5F7EE0CD-7466-4CCB-9029-A9E018390A0C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61975" y="1778000"/>
            <a:ext cx="3242310" cy="4092575"/>
          </a:xfr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50000"/>
              </a:lnSpc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单击此处编辑副标题</a:t>
            </a:r>
            <a:endParaRPr/>
          </a:p>
        </p:txBody>
      </p:sp>
      <p:sp>
        <p:nvSpPr>
          <p:cNvPr id="3" name="内容占位符 2">
            <a:extLst xmlns:a="http://schemas.openxmlformats.org/drawingml/2006/main">
              <a:ext uri="{FF2B5EF4-FFF2-40B4-BE49-F238E27FC236}">
                <a16:creationId xmlns:a16="http://schemas.microsoft.com/office/drawing/2014/main" id="{E56B3A58-D252-477E-992B-809E14AF5599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4196080" y="782955"/>
            <a:ext cx="7348855" cy="508762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单击此处插入框图</a:t>
            </a:r>
            <a:r>
              <a:t>/</a:t>
            </a:r>
            <a:r>
              <a:t>图表</a:t>
            </a:r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8ED281B9-B673-49F3-BC43-E1F45C3E70B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8801100" y="5870575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>
              <a:buNone/>
              <a:defRPr sz="1000">
                <a:solidFill>
                  <a:schemeClr val="bg1">
                    <a:lumMod val="50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</a:lstStyle>
          <a:p xmlns:a="http://schemas.openxmlformats.org/drawingml/2006/main">
            <a:pPr>
              <a:buNone/>
            </a:pPr>
            <a:r>
              <a:rPr>
                <a:latin typeface="阿里巴巴普惠体 3.0 45 Light"/>
                <a:ea typeface="阿里巴巴普惠体 3.0 45 Light"/>
                <a:cs typeface="阿里巴巴普惠体 3.0 45 Light"/>
              </a:rPr>
              <a:t>单机此处编辑图表名称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24C9666F-9A04-4ACC-83BE-0CF54E6C4406}"/>
              </a:ext>
            </a:extLst>
          </p:cNvPr>
          <p:cNvSpPr>
            <a:spLocks xmlns:a="http://schemas.openxmlformats.org/drawingml/2006/main" noGrp="1"/>
          </p:cNvSpPr>
          <p:nvPr>
            <p:ph type="dt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6C0755C7-0934-4B90-81CA-833C6D0A991D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150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63566018434fc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6763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6147" name="path">
            <a:extLst xmlns:a="http://schemas.openxmlformats.org/drawingml/2006/main">
              <a:ext uri="{FF2B5EF4-FFF2-40B4-BE49-F238E27FC236}">
                <a16:creationId xmlns:a16="http://schemas.microsoft.com/office/drawing/2014/main" id="{9B1D2FC4-50C4-48A2-9AA2-8D1D96AC4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188" y="2655888"/>
            <a:ext cx="3095625" cy="12700"/>
          </a:xfrm>
          <a:custGeom xmlns:a="http://schemas.openxmlformats.org/drawingml/2006/main">
            <a:pathLst>
              <a:path w="6602" h="20">
                <a:moveTo>
                  <a:pt x="0" y="10"/>
                </a:moveTo>
                <a:lnTo>
                  <a:pt x="6602" y="10"/>
                </a:lnTo>
              </a:path>
            </a:pathLst>
          </a:custGeom>
          <a:noFill xmlns:a="http://schemas.openxmlformats.org/drawingml/2006/main"/>
          <a:ln xmlns:a="http://schemas.openxmlformats.org/drawingml/2006/main" w="12700" cmpd="sng">
            <a:solidFill>
              <a:srgbClr val="CCCCCC"/>
            </a:solidFill>
            <a:prstDash val="solid"/>
            <a:headEnd type="none" w="med" len="med"/>
            <a:tailEnd type="none" w="med" len="me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148" name="文本框 2">
            <a:extLst xmlns:a="http://schemas.openxmlformats.org/drawingml/2006/main">
              <a:ext uri="{FF2B5EF4-FFF2-40B4-BE49-F238E27FC236}">
                <a16:creationId xmlns:a16="http://schemas.microsoft.com/office/drawing/2014/main" id="{5821E59D-80FF-4557-9791-725A9F99A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542088"/>
            <a:ext cx="4760913" cy="24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100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让万物互联更简单！</a:t>
            </a:r>
            <a:endParaRPr sz="1000">
              <a:solidFill>
                <a:schemeClr val="bg1"/>
              </a:solidFill>
              <a:latin typeface="阿里巴巴普惠体 3.0 45 Light"/>
              <a:ea typeface="阿里巴巴普惠体 3.0 45 Light"/>
              <a:cs typeface="阿里巴巴普惠体 3.0 45 Light"/>
            </a:endParaRPr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AD146574-2484-47D1-8189-6DD0E93E6165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4220845" y="887095"/>
            <a:ext cx="3412490" cy="289433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插入图片</a:t>
            </a:r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8382DB4C-C722-4CFC-AD78-EAE58B9D8B73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7938770" y="887095"/>
            <a:ext cx="3428365" cy="289433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插入图片</a:t>
            </a:r>
            <a:endParaRPr/>
          </a:p>
        </p:txBody>
      </p:sp>
      <p:sp>
        <p:nvSpPr>
          <p:cNvPr id="11" name="文本占位符 10">
            <a:extLst xmlns:a="http://schemas.openxmlformats.org/drawingml/2006/main">
              <a:ext uri="{FF2B5EF4-FFF2-40B4-BE49-F238E27FC236}">
                <a16:creationId xmlns:a16="http://schemas.microsoft.com/office/drawing/2014/main" id="{33CB38F1-6F9B-4CE7-89F7-10B3C5A27F65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4213225" y="4041140"/>
            <a:ext cx="3412490" cy="47117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 lvl="0">
              <a:buNone/>
            </a:pPr>
            <a:r>
              <a:t>影像选择说明</a:t>
            </a:r>
            <a:endParaRPr/>
          </a:p>
        </p:txBody>
      </p:sp>
      <p:sp>
        <p:nvSpPr>
          <p:cNvPr id="13" name="文本占位符 12">
            <a:extLst xmlns:a="http://schemas.openxmlformats.org/drawingml/2006/main">
              <a:ext uri="{FF2B5EF4-FFF2-40B4-BE49-F238E27FC236}">
                <a16:creationId xmlns:a16="http://schemas.microsoft.com/office/drawing/2014/main" id="{5ACDAEE9-9460-4AEB-956E-418C1F73D553}"/>
              </a:ext>
            </a:extLst>
          </p:cNvPr>
          <p:cNvSpPr>
            <a:spLocks xmlns:a="http://schemas.openxmlformats.org/drawingml/2006/main" noGrp="1"/>
          </p:cNvSpPr>
          <p:nvPr>
            <p:ph type="body" idx="16" hasCustomPrompt="1"/>
          </p:nvPr>
        </p:nvSpPr>
        <p:spPr>
          <a:xfrm xmlns:a="http://schemas.openxmlformats.org/drawingml/2006/main">
            <a:off x="7949565" y="4037330"/>
            <a:ext cx="3428365" cy="47498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8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 lvl="0">
              <a:buNone/>
            </a:pPr>
            <a:r>
              <a:t>内文小标题</a:t>
            </a:r>
            <a:endParaRPr/>
          </a:p>
        </p:txBody>
      </p:sp>
      <p:sp>
        <p:nvSpPr>
          <p:cNvPr id="5" name="标题 4">
            <a:extLst xmlns:a="http://schemas.openxmlformats.org/drawingml/2006/main">
              <a:ext uri="{FF2B5EF4-FFF2-40B4-BE49-F238E27FC236}">
                <a16:creationId xmlns:a16="http://schemas.microsoft.com/office/drawing/2014/main" id="{1B3ADDB4-9F84-42CF-B8C7-CB18CADCDAB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58165" y="887095"/>
            <a:ext cx="3184525" cy="882015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>
              <a:buNone/>
              <a:defRPr sz="3200" b="0" i="0" u="none" kern="1200" cap="none" spc="0" baseline="0">
                <a:solidFill>
                  <a:schemeClr val="tx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单击编辑大标题</a:t>
            </a:r>
            <a:endParaRPr/>
          </a:p>
        </p:txBody>
      </p:sp>
      <p:sp>
        <p:nvSpPr>
          <p:cNvPr id="6" name="文本占位符 5">
            <a:extLst xmlns:a="http://schemas.openxmlformats.org/drawingml/2006/main">
              <a:ext uri="{FF2B5EF4-FFF2-40B4-BE49-F238E27FC236}">
                <a16:creationId xmlns:a16="http://schemas.microsoft.com/office/drawing/2014/main" id="{59BABF2B-F694-40A3-B8D3-F4104045732C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561975" y="1880870"/>
            <a:ext cx="3181350" cy="669290"/>
          </a:xfr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50000"/>
              </a:lnSpc>
              <a:buNone/>
              <a:defRPr sz="18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单击此处编辑副标题</a:t>
            </a:r>
            <a:endParaRPr/>
          </a:p>
        </p:txBody>
      </p:sp>
      <p:sp>
        <p:nvSpPr>
          <p:cNvPr id="10" name="文本占位符 9">
            <a:extLst xmlns:a="http://schemas.openxmlformats.org/drawingml/2006/main">
              <a:ext uri="{FF2B5EF4-FFF2-40B4-BE49-F238E27FC236}">
                <a16:creationId xmlns:a16="http://schemas.microsoft.com/office/drawing/2014/main" id="{D107F1D2-D1DE-4DC0-9777-AFA88F1A67B8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4213225" y="4644390"/>
            <a:ext cx="3412490" cy="144462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lnSpc>
                <a:spcPct val="150000"/>
              </a:lnSpc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</a:lstStyle>
          <a:p xmlns:a="http://schemas.openxmlformats.org/drawingml/2006/main">
            <a:pPr lvl="0">
              <a:buNone/>
            </a:pPr>
            <a:r>
              <a:t>利尔达的影像风格以明亮、科技、连结的影像语言为主，在影像中，以亮蓝色调为基调，体现专业稳定的视觉感受，影像整体相辅相成，塑造利尔达影像的品牌感受。</a:t>
            </a:r>
            <a:endParaRPr/>
          </a:p>
        </p:txBody>
      </p:sp>
      <p:sp>
        <p:nvSpPr>
          <p:cNvPr id="14" name="文本占位符 13">
            <a:extLst xmlns:a="http://schemas.openxmlformats.org/drawingml/2006/main">
              <a:ext uri="{FF2B5EF4-FFF2-40B4-BE49-F238E27FC236}">
                <a16:creationId xmlns:a16="http://schemas.microsoft.com/office/drawing/2014/main" id="{B47BE0B6-9A57-4056-80F2-07EC387279AD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7938770" y="4644390"/>
            <a:ext cx="3412490" cy="144462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171450" indent="-171450">
              <a:lnSpc>
                <a:spcPct val="150000"/>
              </a:lnSpc>
              <a:buFont typeface="Arial"/>
              <a:buChar char="•"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</a:lstStyle>
          <a:p xmlns:a="http://schemas.openxmlformats.org/drawingml/2006/main">
            <a:pPr lvl="0">
              <a:buNone/>
            </a:pPr>
            <a:r>
              <a:t>画面以有清晰的内容识别</a:t>
            </a:r>
            <a:endParaRPr/>
          </a:p>
          <a:p xmlns:a="http://schemas.openxmlformats.org/drawingml/2006/main">
            <a:pPr lvl="0">
              <a:buNone/>
            </a:pPr>
            <a:r>
              <a:t>影像调性以干净、科技感为指导</a:t>
            </a:r>
            <a:endParaRPr/>
          </a:p>
          <a:p xmlns:a="http://schemas.openxmlformats.org/drawingml/2006/main">
            <a:pPr lvl="0">
              <a:buNone/>
            </a:pPr>
            <a:r>
              <a:t>影像可选择合成效果图进行使用</a:t>
            </a:r>
            <a:endParaRPr/>
          </a:p>
        </p:txBody>
      </p:sp>
      <p:sp>
        <p:nvSpPr>
          <p:cNvPr id="15" name="文本占位符 14">
            <a:extLst xmlns:a="http://schemas.openxmlformats.org/drawingml/2006/main">
              <a:ext uri="{FF2B5EF4-FFF2-40B4-BE49-F238E27FC236}">
                <a16:creationId xmlns:a16="http://schemas.microsoft.com/office/drawing/2014/main" id="{BB7081F7-DBB8-4DD1-AA9F-7E2240F5B91A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561975" y="2774950"/>
            <a:ext cx="3242310" cy="330644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正文内文简要说明</a:t>
            </a:r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9570A8B3-C309-45AA-AB1F-848BB0F96B24}"/>
              </a:ext>
            </a:extLst>
          </p:cNvPr>
          <p:cNvSpPr>
            <a:spLocks xmlns:a="http://schemas.openxmlformats.org/drawingml/2006/main" noGrp="1"/>
          </p:cNvSpPr>
          <p:nvPr>
            <p:ph type="dt" idx="2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566145A4-44A3-49FB-ABEF-2C699DE4626E}"/>
              </a:ext>
            </a:extLst>
          </p:cNvPr>
          <p:cNvSpPr>
            <a:spLocks xmlns:a="http://schemas.openxmlformats.org/drawingml/2006/main" noGrp="1"/>
          </p:cNvSpPr>
          <p:nvPr>
            <p:ph type="ftr" idx="2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1CA565EA-9BB9-49FB-8BE7-C0B3C15E9ED7}"/>
              </a:ext>
            </a:extLst>
          </p:cNvPr>
          <p:cNvSpPr>
            <a:spLocks xmlns:a="http://schemas.openxmlformats.org/drawingml/2006/main" noGrp="1"/>
          </p:cNvSpPr>
          <p:nvPr>
            <p:ph type="sldNum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blank" preserve="1">
  <p:cSld name="有说明的表格版式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任意多边形 11">
            <a:extLst xmlns:a="http://schemas.openxmlformats.org/drawingml/2006/main">
              <a:ext uri="{FF2B5EF4-FFF2-40B4-BE49-F238E27FC236}">
                <a16:creationId xmlns:a16="http://schemas.microsoft.com/office/drawing/2014/main" id="{E703D58C-E233-40F8-BE26-39F082C27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13" y="728663"/>
            <a:ext cx="271463" cy="417513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073D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84A43DD-0D58-41B9-93F8-1CC3A7A7B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40300"/>
            <a:ext cx="12192000" cy="1917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3D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任意多边形 3">
            <a:extLst xmlns:a="http://schemas.openxmlformats.org/drawingml/2006/main">
              <a:ext uri="{FF2B5EF4-FFF2-40B4-BE49-F238E27FC236}">
                <a16:creationId xmlns:a16="http://schemas.microsoft.com/office/drawing/2014/main" id="{1D6678DE-D837-4DFC-BF7E-F9C026793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940300"/>
            <a:ext cx="1055688" cy="1917700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任意多边形 10">
            <a:extLst xmlns:a="http://schemas.openxmlformats.org/drawingml/2006/main">
              <a:ext uri="{FF2B5EF4-FFF2-40B4-BE49-F238E27FC236}">
                <a16:creationId xmlns:a16="http://schemas.microsoft.com/office/drawing/2014/main" id="{46C075CB-6198-4AEB-B408-482C77329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3" y="728663"/>
            <a:ext cx="271463" cy="417513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2365D19B-E821-4698-BB2E-2FDFCC74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728663"/>
            <a:ext cx="1019175" cy="4175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96932DB7-5CAA-419F-82AE-6D9F00346B55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1282065" y="1494790"/>
            <a:ext cx="9626600" cy="33147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  <a:lvl2pPr marL="457200" indent="0">
              <a:buNone/>
              <a:defRPr sz="16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55 Regular"/>
                <a:ea typeface="阿里巴巴普惠体 2.0 55 Regular"/>
                <a:cs typeface="阿里巴巴普惠体 2.0 55 Regular"/>
              </a:defRPr>
            </a:lvl2pPr>
            <a:lvl3pPr marL="91440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55 Regular"/>
                <a:ea typeface="阿里巴巴普惠体 2.0 55 Regular"/>
                <a:cs typeface="阿里巴巴普惠体 2.0 55 Regular"/>
              </a:defRPr>
            </a:lvl3pPr>
            <a:lvl4pPr marL="1371600" indent="0">
              <a:buNone/>
              <a:defRPr sz="12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55 Regular"/>
                <a:ea typeface="阿里巴巴普惠体 2.0 55 Regular"/>
                <a:cs typeface="阿里巴巴普惠体 2.0 55 Regular"/>
              </a:defRPr>
            </a:lvl4pPr>
            <a:lvl5pPr marL="1828800" indent="0">
              <a:buNone/>
              <a:defRPr sz="10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55 Regular"/>
                <a:ea typeface="阿里巴巴普惠体 2.0 55 Regular"/>
                <a:cs typeface="阿里巴巴普惠体 2.0 55 Regular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单击此处插入视频和图表</a:t>
            </a:r>
            <a:endParaRPr/>
          </a:p>
        </p:txBody>
      </p:sp>
      <p:sp>
        <p:nvSpPr>
          <p:cNvPr id="2" name="文本占位符 1">
            <a:extLst xmlns:a="http://schemas.openxmlformats.org/drawingml/2006/main">
              <a:ext uri="{FF2B5EF4-FFF2-40B4-BE49-F238E27FC236}">
                <a16:creationId xmlns:a16="http://schemas.microsoft.com/office/drawing/2014/main" id="{7BA9210F-D446-498A-8F5C-BB2902D59EE8}"/>
              </a:ext>
            </a:extLst>
          </p:cNvPr>
          <p:cNvSpPr>
            <a:spLocks xmlns:a="http://schemas.openxmlformats.org/drawingml/2006/main" noGrp="1"/>
          </p:cNvSpPr>
          <p:nvPr>
            <p:ph type="body" idx="14" hasCustomPrompt="1"/>
          </p:nvPr>
        </p:nvSpPr>
        <p:spPr>
          <a:xfrm xmlns:a="http://schemas.openxmlformats.org/drawingml/2006/main">
            <a:off x="1283335" y="5309870"/>
            <a:ext cx="9625965" cy="101155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</a:lstStyle>
          <a:p xmlns:a="http://schemas.openxmlformats.org/drawingml/2006/main">
            <a:pPr lvl="0">
              <a:buNone/>
            </a:pPr>
            <a:r>
              <a:t>内文说明</a:t>
            </a:r>
            <a:endParaRPr/>
          </a:p>
        </p:txBody>
      </p:sp>
      <p:sp>
        <p:nvSpPr>
          <p:cNvPr id="3" name="标题 2">
            <a:extLst xmlns:a="http://schemas.openxmlformats.org/drawingml/2006/main">
              <a:ext uri="{FF2B5EF4-FFF2-40B4-BE49-F238E27FC236}">
                <a16:creationId xmlns:a16="http://schemas.microsoft.com/office/drawing/2014/main" id="{9D3DE51C-6F14-4893-83E9-1821E5D3BEC8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283335" y="728980"/>
            <a:ext cx="9625330" cy="565150"/>
          </a:xfrm>
        </p:spPr>
        <p:txBody>
          <a:bodyPr xmlns:a="http://schemas.openxmlformats.org/drawingml/2006/main" anchor="ctr">
            <a:normAutofit/>
          </a:bodyPr>
          <a:lstStyle xmlns:a="http://schemas.openxmlformats.org/drawingml/2006/main">
            <a:lvl1pPr algn="l">
              <a:buNone/>
              <a:defRPr sz="3200" baseline="0">
                <a:solidFill>
                  <a:schemeClr val="tx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说明型表格版式，此处插入表格标题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80E3B6DD-E089-4B6C-91A8-3F52F8BC8BBF}"/>
              </a:ext>
            </a:extLst>
          </p:cNvPr>
          <p:cNvSpPr>
            <a:spLocks xmlns:a="http://schemas.openxmlformats.org/drawingml/2006/main" noGrp="1"/>
          </p:cNvSpPr>
          <p:nvPr>
            <p:ph type="dt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页脚占位符 5">
            <a:extLst xmlns:a="http://schemas.openxmlformats.org/drawingml/2006/main">
              <a:ext uri="{FF2B5EF4-FFF2-40B4-BE49-F238E27FC236}">
                <a16:creationId xmlns:a16="http://schemas.microsoft.com/office/drawing/2014/main" id="{E33B6584-7A25-4BE0-B738-F5443246A0B8}"/>
              </a:ext>
            </a:extLst>
          </p:cNvPr>
          <p:cNvSpPr>
            <a:spLocks xmlns:a="http://schemas.openxmlformats.org/drawingml/2006/main" noGrp="1"/>
          </p:cNvSpPr>
          <p:nvPr>
            <p:ph type="ftr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8" name="灯片编号占位符 7">
            <a:extLst xmlns:a="http://schemas.openxmlformats.org/drawingml/2006/main">
              <a:ext uri="{FF2B5EF4-FFF2-40B4-BE49-F238E27FC236}">
                <a16:creationId xmlns:a16="http://schemas.microsoft.com/office/drawing/2014/main" id="{D260ADDC-6339-4083-B67C-FEED617690D6}"/>
              </a:ext>
            </a:extLst>
          </p:cNvPr>
          <p:cNvSpPr>
            <a:spLocks xmlns:a="http://schemas.openxmlformats.org/drawingml/2006/main" noGrp="1"/>
          </p:cNvSpPr>
          <p:nvPr>
            <p:ph type="sldNum" idx="1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preserve="1" userDrawn="1">
  <p:cSld name="参数表版式">
    <p:bg>
      <p:bgPr>
        <a:solidFill xmlns:a="http://schemas.openxmlformats.org/drawingml/2006/main">
          <a:srgbClr val="0073D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任意多边形 7">
            <a:extLst xmlns:a="http://schemas.openxmlformats.org/drawingml/2006/main">
              <a:ext uri="{FF2B5EF4-FFF2-40B4-BE49-F238E27FC236}">
                <a16:creationId xmlns:a16="http://schemas.microsoft.com/office/drawing/2014/main" id="{6C0634AB-6C1F-4885-A756-BA5D26517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362450" cy="6858000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319DA0EB-20D1-43BE-9D5B-0AF60F0DA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100" y="303213"/>
            <a:ext cx="11607800" cy="6251575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 w="12700" cmpd="sng">
            <a:solidFill>
              <a:schemeClr val="accent1">
                <a:shade val="50000"/>
                <a:alpha val="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anchor="ctr">
            <a:norm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标题 5">
            <a:extLst xmlns:a="http://schemas.openxmlformats.org/drawingml/2006/main">
              <a:ext uri="{FF2B5EF4-FFF2-40B4-BE49-F238E27FC236}">
                <a16:creationId xmlns:a16="http://schemas.microsoft.com/office/drawing/2014/main" id="{B5EC2919-312D-4617-B793-7FB115B0AC33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282870" y="1023140"/>
            <a:ext cx="9626400" cy="723600"/>
          </a:xfrm>
        </p:spPr>
        <p:txBody>
          <a:bodyPr xmlns:a="http://schemas.openxmlformats.org/drawingml/2006/main" wrap="square" anchor="ctr">
            <a:normAutofit/>
          </a:bodyPr>
          <a:lstStyle xmlns:a="http://schemas.openxmlformats.org/drawingml/2006/main">
            <a:lvl1pPr algn="ctr">
              <a:buNone/>
              <a:defRPr sz="3200" baseline="0">
                <a:solidFill>
                  <a:schemeClr val="tx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单击此处编辑标题</a:t>
            </a:r>
            <a:endParaRPr/>
          </a:p>
        </p:txBody>
      </p:sp>
      <p:sp>
        <p:nvSpPr>
          <p:cNvPr id="7" name="内容占位符 6">
            <a:extLst xmlns:a="http://schemas.openxmlformats.org/drawingml/2006/main">
              <a:ext uri="{FF2B5EF4-FFF2-40B4-BE49-F238E27FC236}">
                <a16:creationId xmlns:a16="http://schemas.microsoft.com/office/drawing/2014/main" id="{C9455799-E545-450D-8DCB-8C71F0F2A397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1282700" y="1746885"/>
            <a:ext cx="9626600" cy="4221480"/>
          </a:xfrm>
        </p:spPr>
        <p:txBody>
          <a:bodyPr xmlns:a="http://schemas.openxmlformats.org/drawingml/2006/main" wrap="square">
            <a:normAutofit/>
          </a:bodyPr>
          <a:lstStyle xmlns:a="http://schemas.openxmlformats.org/drawingml/2006/main">
            <a:lvl1pPr marL="0" indent="0">
              <a:lnSpc>
                <a:spcPts val="1440"/>
              </a:lnSpc>
              <a:buNone/>
              <a:defRPr sz="1200" baseline="0">
                <a:solidFill>
                  <a:schemeClr val="tx1"/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  <a:lvl2pPr marL="457200" indent="0">
              <a:buNone/>
              <a:defRPr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2pPr>
            <a:lvl3pPr marL="914400" indent="0">
              <a:buNone/>
              <a:defRPr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3pPr>
            <a:lvl4pPr marL="1371600" indent="0">
              <a:buNone/>
              <a:defRPr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4pPr>
            <a:lvl5pPr marL="1828800" indent="0">
              <a:buNone/>
              <a:defRPr baseline="0">
                <a:solidFill>
                  <a:schemeClr val="tx1"/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单击此处插入表格，最多</a:t>
            </a:r>
            <a:r>
              <a:t>14</a:t>
            </a:r>
            <a:r>
              <a:t>行</a:t>
            </a:r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8420E0C4-3211-4D0B-ABD0-2BFF6BB53AEE}"/>
              </a:ext>
            </a:extLst>
          </p:cNvPr>
          <p:cNvSpPr>
            <a:spLocks xmlns:a="http://schemas.openxmlformats.org/drawingml/2006/main" noGrp="1"/>
          </p:cNvSpPr>
          <p:nvPr>
            <p:ph type="dt" idx="1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943FF4CD-A327-46E6-88BB-2667A1A2FCBA}"/>
              </a:ext>
            </a:extLst>
          </p:cNvPr>
          <p:cNvSpPr>
            <a:spLocks xmlns:a="http://schemas.openxmlformats.org/drawingml/2006/main" noGrp="1"/>
          </p:cNvSpPr>
          <p:nvPr>
            <p:ph type="ftr" idx="1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4E06530B-925F-43E4-9DB3-644EBDFA2BB3}"/>
              </a:ext>
            </a:extLst>
          </p:cNvPr>
          <p:cNvSpPr>
            <a:spLocks xmlns:a="http://schemas.openxmlformats.org/drawingml/2006/main" noGrp="1"/>
          </p:cNvSpPr>
          <p:nvPr>
            <p:ph type="sldNum" idx="1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preserve="1" userDrawn="1">
  <p:cSld name="产品概述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任意多边形 7">
            <a:extLst xmlns:a="http://schemas.openxmlformats.org/drawingml/2006/main">
              <a:ext uri="{FF2B5EF4-FFF2-40B4-BE49-F238E27FC236}">
                <a16:creationId xmlns:a16="http://schemas.microsoft.com/office/drawing/2014/main" id="{884EF8E5-2545-49D8-9A27-2F361163F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5675" y="-12700"/>
            <a:ext cx="4362450" cy="6891338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任意多边形 8">
            <a:extLst xmlns:a="http://schemas.openxmlformats.org/drawingml/2006/main">
              <a:ext uri="{FF2B5EF4-FFF2-40B4-BE49-F238E27FC236}">
                <a16:creationId xmlns:a16="http://schemas.microsoft.com/office/drawing/2014/main" id="{1A445E06-3EFE-41DE-A245-CB4B178E4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-12700"/>
            <a:ext cx="4362450" cy="6891338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07F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任意多边形 9">
            <a:extLst xmlns:a="http://schemas.openxmlformats.org/drawingml/2006/main">
              <a:ext uri="{FF2B5EF4-FFF2-40B4-BE49-F238E27FC236}">
                <a16:creationId xmlns:a16="http://schemas.microsoft.com/office/drawing/2014/main" id="{7B8DFBA1-DDBB-469F-8F3F-9FBEF4AEA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23812" y="-12700"/>
            <a:ext cx="4360863" cy="6891338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C74D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AE2D100F-2210-48F2-AD70-DD8E34345C8E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6655435" y="1011555"/>
            <a:ext cx="3674745" cy="288671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单击此处插入产品图</a:t>
            </a:r>
            <a:endParaRPr/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589E9691-E460-4FC1-B96D-4C594278F95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955675" y="2047875"/>
            <a:ext cx="2257425" cy="2160270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>
                <a:solidFill>
                  <a:schemeClr val="bg1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产品名称</a:t>
            </a:r>
            <a:endParaRPr/>
          </a:p>
        </p:txBody>
      </p:sp>
      <p:sp>
        <p:nvSpPr>
          <p:cNvPr id="15" name="文本占位符 14">
            <a:extLst xmlns:a="http://schemas.openxmlformats.org/drawingml/2006/main">
              <a:ext uri="{FF2B5EF4-FFF2-40B4-BE49-F238E27FC236}">
                <a16:creationId xmlns:a16="http://schemas.microsoft.com/office/drawing/2014/main" id="{3ED1CBEE-2F14-4857-93F4-D2CCDB6B8381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5317490" y="4208145"/>
            <a:ext cx="6078220" cy="199517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产品概述，</a:t>
            </a:r>
            <a:r>
              <a:t>120</a:t>
            </a:r>
            <a:r>
              <a:t>字以内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0EBAB85A-0DA8-42C5-BD19-E3CCC8B6CABB}"/>
              </a:ext>
            </a:extLst>
          </p:cNvPr>
          <p:cNvSpPr>
            <a:spLocks xmlns:a="http://schemas.openxmlformats.org/drawingml/2006/main" noGrp="1"/>
          </p:cNvSpPr>
          <p:nvPr>
            <p:ph type="dt" idx="2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5FBB1FC4-DC6D-4255-8681-55C86264C6F0}"/>
              </a:ext>
            </a:extLst>
          </p:cNvPr>
          <p:cNvSpPr>
            <a:spLocks xmlns:a="http://schemas.openxmlformats.org/drawingml/2006/main" noGrp="1"/>
          </p:cNvSpPr>
          <p:nvPr>
            <p:ph type="ftr" idx="2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134D4C0-4FE5-42AB-9136-02ABD2FED48E}"/>
              </a:ext>
            </a:extLst>
          </p:cNvPr>
          <p:cNvSpPr>
            <a:spLocks xmlns:a="http://schemas.openxmlformats.org/drawingml/2006/main" noGrp="1"/>
          </p:cNvSpPr>
          <p:nvPr>
            <p:ph type="sldNum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preserve="1" userDrawn="1">
  <p:cSld name="表格介绍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245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5bc891a05460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6763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0243" name="文本框 6">
            <a:extLst xmlns:a="http://schemas.openxmlformats.org/drawingml/2006/main">
              <a:ext uri="{FF2B5EF4-FFF2-40B4-BE49-F238E27FC236}">
                <a16:creationId xmlns:a16="http://schemas.microsoft.com/office/drawing/2014/main" id="{33B1BF11-7381-4C29-8BD7-739572908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6542088"/>
            <a:ext cx="4760913" cy="24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100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让万物互联更简单！</a:t>
            </a:r>
            <a:endParaRPr sz="1000">
              <a:solidFill>
                <a:schemeClr val="bg1"/>
              </a:solidFill>
              <a:latin typeface="阿里巴巴普惠体 3.0 45 Light"/>
              <a:ea typeface="阿里巴巴普惠体 3.0 45 Light"/>
              <a:cs typeface="阿里巴巴普惠体 3.0 45 Light"/>
            </a:endParaRPr>
          </a:p>
        </p:txBody>
      </p: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AA7D69A2-BE95-4729-9CF0-18AD4DB65500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/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3200"/>
            </a:lvl1pPr>
          </a:lstStyle>
          <a:p xmlns:a="http://schemas.openxmlformats.org/drawingml/2006/main">
            <a:pPr>
              <a:buNone/>
            </a:pPr>
            <a:r>
              <a:t>产品表格版式，此处编辑产品名称</a:t>
            </a: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5B48C869-FACB-45B5-86B4-FB3E3CA194C1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838200" y="1876425"/>
            <a:ext cx="6216650" cy="3860165"/>
          </a:xfr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50000"/>
              </a:lnSpc>
              <a:buNone/>
              <a:defRPr sz="12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单击此处插入表格</a:t>
            </a:r>
            <a:endParaRPr/>
          </a:p>
        </p:txBody>
      </p:sp>
      <p:sp>
        <p:nvSpPr>
          <p:cNvPr id="15" name="文本占位符 14">
            <a:extLst xmlns:a="http://schemas.openxmlformats.org/drawingml/2006/main">
              <a:ext uri="{FF2B5EF4-FFF2-40B4-BE49-F238E27FC236}">
                <a16:creationId xmlns:a16="http://schemas.microsoft.com/office/drawing/2014/main" id="{D071A2CF-D1A7-4ED2-AEC2-869ED212C922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7257415" y="3931285"/>
            <a:ext cx="4097020" cy="180530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产品概述，</a:t>
            </a:r>
            <a:r>
              <a:t>120</a:t>
            </a:r>
            <a:r>
              <a:t>字以内</a:t>
            </a:r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C35ABD5B-339E-4238-A77D-BF27AF8A98D8}"/>
              </a:ext>
            </a:extLst>
          </p:cNvPr>
          <p:cNvSpPr>
            <a:spLocks xmlns:a="http://schemas.openxmlformats.org/drawingml/2006/main" noGrp="1"/>
          </p:cNvSpPr>
          <p:nvPr>
            <p:ph idx="21" hasCustomPrompt="1"/>
          </p:nvPr>
        </p:nvSpPr>
        <p:spPr>
          <a:xfrm xmlns:a="http://schemas.openxmlformats.org/drawingml/2006/main">
            <a:off x="7256780" y="1875790"/>
            <a:ext cx="4096385" cy="190563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插入产品图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48543928-7D1A-4DC0-8FA9-9B25431F589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4311650" y="5737225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>
              <a:buNone/>
            </a:pPr>
            <a:r>
              <a:rPr>
                <a:latin typeface="阿里巴巴普惠体 3.0 55 Regular"/>
                <a:ea typeface="阿里巴巴普惠体 3.0 55 Regular"/>
                <a:cs typeface="阿里巴巴普惠体 3.0 55 Regular"/>
              </a:rPr>
              <a:t>表格名称</a:t>
            </a:r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E5B80EF2-8AD8-4340-86D4-AFA55A7063BA}"/>
              </a:ext>
            </a:extLst>
          </p:cNvPr>
          <p:cNvSpPr>
            <a:spLocks xmlns:a="http://schemas.openxmlformats.org/drawingml/2006/main" noGrp="1"/>
          </p:cNvSpPr>
          <p:nvPr>
            <p:ph type="ftr" idx="2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19C08C10-912F-4015-BB7A-C387A2251FFB}"/>
              </a:ext>
            </a:extLst>
          </p:cNvPr>
          <p:cNvSpPr>
            <a:spLocks xmlns:a="http://schemas.openxmlformats.org/drawingml/2006/main" noGrp="1"/>
          </p:cNvSpPr>
          <p:nvPr>
            <p:ph type="sldNum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preserve="1" userDrawn="1">
  <p:cSld name="产品文字介绍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ebfec82dde491b"/>
          <a:srcRect xmlns:a="http://schemas.openxmlformats.org/drawingml/2006/main" l="9380" t="94958" r="9247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6497638"/>
            <a:ext cx="12192000" cy="381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9" name="任意多边形 8">
            <a:extLst xmlns:a="http://schemas.openxmlformats.org/drawingml/2006/main">
              <a:ext uri="{FF2B5EF4-FFF2-40B4-BE49-F238E27FC236}">
                <a16:creationId xmlns:a16="http://schemas.microsoft.com/office/drawing/2014/main" id="{4555C90F-F278-47E8-8234-45C698816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11112" y="-12700"/>
            <a:ext cx="4362450" cy="6891338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05BD0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6" name="内容占位符 5">
            <a:extLst xmlns:a="http://schemas.openxmlformats.org/drawingml/2006/main">
              <a:ext uri="{FF2B5EF4-FFF2-40B4-BE49-F238E27FC236}">
                <a16:creationId xmlns:a16="http://schemas.microsoft.com/office/drawing/2014/main" id="{8C4F0214-8AD9-498C-B84A-8599F1924738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5022850" y="2313940"/>
            <a:ext cx="2411730" cy="314896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此处插入产品图</a:t>
            </a:r>
            <a:endParaRPr/>
          </a:p>
        </p:txBody>
      </p:sp>
      <p:sp>
        <p:nvSpPr>
          <p:cNvPr id="15" name="文本占位符 14">
            <a:extLst xmlns:a="http://schemas.openxmlformats.org/drawingml/2006/main">
              <a:ext uri="{FF2B5EF4-FFF2-40B4-BE49-F238E27FC236}">
                <a16:creationId xmlns:a16="http://schemas.microsoft.com/office/drawing/2014/main" id="{80D09603-B6FE-491D-B062-3D9540A360AD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7779385" y="3914775"/>
            <a:ext cx="3570605" cy="199517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Font typeface="Arial"/>
              <a:buNone/>
              <a:defRPr sz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重要参数（</a:t>
            </a:r>
            <a:r>
              <a:t>6</a:t>
            </a:r>
            <a:r>
              <a:t>项以内）</a:t>
            </a:r>
            <a:endParaRPr/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6113BAC0-A382-44BC-967D-1E81ACDD45C0}"/>
              </a:ext>
            </a:extLst>
          </p:cNvPr>
          <p:cNvSpPr>
            <a:spLocks xmlns:a="http://schemas.openxmlformats.org/drawingml/2006/main" noGrp="1"/>
          </p:cNvSpPr>
          <p:nvPr>
            <p:ph type="body" idx="1" hasCustomPrompt="1"/>
          </p:nvPr>
        </p:nvSpPr>
        <p:spPr>
          <a:xfrm xmlns:a="http://schemas.openxmlformats.org/drawingml/2006/main">
            <a:off x="620395" y="2313940"/>
            <a:ext cx="2602865" cy="23831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1pPr>
            <a:lvl2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2pPr>
            <a:lvl3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3pPr>
            <a:lvl4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4pPr>
            <a:lvl5pPr marL="1828800" indent="0" algn="l">
              <a:lnSpc>
                <a:spcPct val="150000"/>
              </a:lnSpc>
              <a:buFont typeface="Wingdings"/>
              <a:buNone/>
              <a:defRPr sz="2000">
                <a:solidFill>
                  <a:schemeClr val="bg1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优势说明</a:t>
            </a:r>
            <a:r>
              <a:t>1</a:t>
            </a:r>
            <a:endParaRPr/>
          </a:p>
          <a:p xmlns:a="http://schemas.openxmlformats.org/drawingml/2006/main">
            <a:pPr lvl="0">
              <a:buNone/>
            </a:pPr>
            <a:r>
              <a:t>优</a:t>
            </a:r>
            <a:r>
              <a:t>势说明</a:t>
            </a:r>
            <a:r>
              <a:t>2</a:t>
            </a:r>
            <a:endParaRPr/>
          </a:p>
          <a:p xmlns:a="http://schemas.openxmlformats.org/drawingml/2006/main">
            <a:pPr lvl="0">
              <a:buNone/>
            </a:pPr>
            <a:r>
              <a:t>优</a:t>
            </a:r>
            <a:r>
              <a:t>势说明</a:t>
            </a:r>
            <a:r>
              <a:t>3</a:t>
            </a:r>
            <a:endParaRPr/>
          </a:p>
          <a:p xmlns:a="http://schemas.openxmlformats.org/drawingml/2006/main">
            <a:pPr lvl="0">
              <a:buNone/>
            </a:pPr>
            <a:r>
              <a:t>优</a:t>
            </a:r>
            <a:r>
              <a:t>势说明</a:t>
            </a:r>
            <a:r>
              <a:t>4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0BBC5E89-DC12-49E8-91CC-051D107DAE65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5022850" y="5593715"/>
            <a:ext cx="24117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产品名称</a:t>
            </a:r>
            <a:endParaRPr/>
          </a:p>
        </p:txBody>
      </p:sp>
      <p:sp>
        <p:nvSpPr>
          <p:cNvPr id="13" name="文本占位符 12">
            <a:extLst xmlns:a="http://schemas.openxmlformats.org/drawingml/2006/main">
              <a:ext uri="{FF2B5EF4-FFF2-40B4-BE49-F238E27FC236}">
                <a16:creationId xmlns:a16="http://schemas.microsoft.com/office/drawing/2014/main" id="{855C5E27-CAD6-4095-ADDF-5E31B90E403A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7779385" y="2313940"/>
            <a:ext cx="3571240" cy="148336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Font typeface="Arial"/>
              <a:buNone/>
              <a:defRPr sz="12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产品概述，</a:t>
            </a:r>
            <a:r>
              <a:t>100</a:t>
            </a:r>
            <a:r>
              <a:t>字以内</a:t>
            </a:r>
            <a:endParaRPr/>
          </a:p>
        </p:txBody>
      </p:sp>
      <p:sp>
        <p:nvSpPr>
          <p:cNvPr id="14" name="标题 13">
            <a:extLst xmlns:a="http://schemas.openxmlformats.org/drawingml/2006/main">
              <a:ext uri="{FF2B5EF4-FFF2-40B4-BE49-F238E27FC236}">
                <a16:creationId xmlns:a16="http://schemas.microsoft.com/office/drawing/2014/main" id="{C4254110-C73C-4D55-9647-C4A83288608A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023485" y="715645"/>
            <a:ext cx="6327775" cy="1278890"/>
          </a:xfr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3200"/>
            </a:lvl1pPr>
          </a:lstStyle>
          <a:p xmlns:a="http://schemas.openxmlformats.org/drawingml/2006/main">
            <a:pPr>
              <a:buNone/>
            </a:pPr>
            <a:r>
              <a:t>产品文字介绍，名称和型号</a:t>
            </a:r>
            <a:endParaRPr/>
          </a:p>
        </p:txBody>
      </p:sp>
      <p:sp>
        <p:nvSpPr>
          <p:cNvPr id="16" name="文本占位符 15">
            <a:extLst xmlns:a="http://schemas.openxmlformats.org/drawingml/2006/main">
              <a:ext uri="{FF2B5EF4-FFF2-40B4-BE49-F238E27FC236}">
                <a16:creationId xmlns:a16="http://schemas.microsoft.com/office/drawing/2014/main" id="{F44E2AB6-3D08-4E76-BAA8-ED591231E66B}"/>
              </a:ext>
            </a:extLst>
          </p:cNvPr>
          <p:cNvSpPr>
            <a:spLocks xmlns:a="http://schemas.openxmlformats.org/drawingml/2006/main" noGrp="1"/>
          </p:cNvSpPr>
          <p:nvPr>
            <p:ph type="body" idx="21" hasCustomPrompt="1"/>
          </p:nvPr>
        </p:nvSpPr>
        <p:spPr>
          <a:xfrm xmlns:a="http://schemas.openxmlformats.org/drawingml/2006/main">
            <a:off x="620395" y="1414145"/>
            <a:ext cx="2602865" cy="89979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Autofit/>
          </a:bodyPr>
          <a:lstStyle xmlns:a="http://schemas.openxmlformats.org/drawingml/2006/main">
            <a:lvl1pPr marL="0" indent="0" algn="l">
              <a:lnSpc>
                <a:spcPct val="150000"/>
              </a:lnSpc>
              <a:buFont typeface="Wingdings"/>
              <a:buNone/>
              <a:defRPr sz="2400">
                <a:solidFill>
                  <a:schemeClr val="bg1"/>
                </a:solidFill>
              </a:defRPr>
            </a:lvl1pPr>
            <a:lvl2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2pPr>
            <a:lvl3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3pPr>
            <a:lvl4pPr algn="l">
              <a:lnSpc>
                <a:spcPct val="150000"/>
              </a:lnSpc>
              <a:buFont typeface="Wingdings"/>
              <a:buChar char="Ø"/>
              <a:defRPr sz="2000">
                <a:solidFill>
                  <a:schemeClr val="bg1"/>
                </a:solidFill>
              </a:defRPr>
            </a:lvl4pPr>
            <a:lvl5pPr marL="1828800" indent="0" algn="l">
              <a:lnSpc>
                <a:spcPct val="150000"/>
              </a:lnSpc>
              <a:buFont typeface="Wingdings"/>
              <a:buNone/>
              <a:defRPr sz="2000">
                <a:solidFill>
                  <a:schemeClr val="bg1"/>
                </a:solidFill>
              </a:defRPr>
            </a:lvl5pPr>
          </a:lstStyle>
          <a:p xmlns:a="http://schemas.openxmlformats.org/drawingml/2006/main">
            <a:pPr lvl="0">
              <a:buNone/>
            </a:pPr>
            <a:r>
              <a:t>优势</a:t>
            </a:r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72BD03A5-CE8A-49E6-91A9-BBAFEE2875F3}"/>
              </a:ext>
            </a:extLst>
          </p:cNvPr>
          <p:cNvSpPr>
            <a:spLocks xmlns:a="http://schemas.openxmlformats.org/drawingml/2006/main" noGrp="1"/>
          </p:cNvSpPr>
          <p:nvPr>
            <p:ph type="dt" idx="2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165D34C5-6A8A-49B1-8F1B-283AC088A044}"/>
              </a:ext>
            </a:extLst>
          </p:cNvPr>
          <p:cNvSpPr>
            <a:spLocks xmlns:a="http://schemas.openxmlformats.org/drawingml/2006/main" noGrp="1"/>
          </p:cNvSpPr>
          <p:nvPr>
            <p:ph type="ftr" idx="23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25C89B50-EA2F-4883-842E-87CA242A766B}"/>
              </a:ext>
            </a:extLst>
          </p:cNvPr>
          <p:cNvSpPr>
            <a:spLocks xmlns:a="http://schemas.openxmlformats.org/drawingml/2006/main" noGrp="1"/>
          </p:cNvSpPr>
          <p:nvPr>
            <p:ph type="sldNum" idx="24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preserve="1" userDrawn="1">
  <p:cSld name="产品图文介绍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D98FDAB-BBEE-4C8D-AC85-FA585F98D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788" y="3795713"/>
            <a:ext cx="715327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74D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B6CB6AE6-9038-42EC-9001-EA4C350B0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038" y="3798888"/>
            <a:ext cx="2952750" cy="252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0C74D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BC477F3B-4822-44A2-8A98-6D2D606506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1788" y="1150938"/>
            <a:ext cx="7153275" cy="2533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74D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525D900-4CFF-4B01-BB84-9DC986AE3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038" y="1154113"/>
            <a:ext cx="2952750" cy="2520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solidFill>
              <a:srgbClr val="0C74D6"/>
            </a:solidFill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任意多边形 17">
            <a:extLst xmlns:a="http://schemas.openxmlformats.org/drawingml/2006/main">
              <a:ext uri="{FF2B5EF4-FFF2-40B4-BE49-F238E27FC236}">
                <a16:creationId xmlns:a16="http://schemas.microsoft.com/office/drawing/2014/main" id="{E846DB29-D624-4C6B-B3CF-31A7D26A4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13" y="285750"/>
            <a:ext cx="271463" cy="415925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073D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任意多边形 18">
            <a:extLst xmlns:a="http://schemas.openxmlformats.org/drawingml/2006/main">
              <a:ext uri="{FF2B5EF4-FFF2-40B4-BE49-F238E27FC236}">
                <a16:creationId xmlns:a16="http://schemas.microsoft.com/office/drawing/2014/main" id="{8A87C549-8F6C-44C4-9621-A24FD4622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3" y="285750"/>
            <a:ext cx="271463" cy="415925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5D1613D1-5B3C-468A-AEDA-BF7E10D9E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285750"/>
            <a:ext cx="1019175" cy="4175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33" name="图片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38a02bd954c41">
            <a:grayscl/>
            <a:lum bright="65997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43938" y="2403475"/>
            <a:ext cx="3473450" cy="3068638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0" name="标题 9">
            <a:extLst xmlns:a="http://schemas.openxmlformats.org/drawingml/2006/main">
              <a:ext uri="{FF2B5EF4-FFF2-40B4-BE49-F238E27FC236}">
                <a16:creationId xmlns:a16="http://schemas.microsoft.com/office/drawing/2014/main" id="{6898115E-88DA-4CDA-9667-869D4245278F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368425" y="-11430"/>
            <a:ext cx="5424170" cy="1172210"/>
          </a:xfrm>
        </p:spPr>
        <p:txBody>
          <a:bodyPr xmlns:a="http://schemas.openxmlformats.org/drawingml/2006/main"/>
          <a:lstStyle xmlns:a="http://schemas.openxmlformats.org/drawingml/2006/main">
            <a:lvl1pPr algn="l">
              <a:buNone/>
              <a:defRPr sz="3200"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应用案例</a:t>
            </a:r>
            <a:r>
              <a:t>-</a:t>
            </a:r>
            <a:r>
              <a:t>产品场景</a:t>
            </a:r>
            <a:endParaRPr/>
          </a:p>
        </p:txBody>
      </p:sp>
      <p:sp>
        <p:nvSpPr>
          <p:cNvPr id="12" name="内容占位符 11">
            <a:extLst xmlns:a="http://schemas.openxmlformats.org/drawingml/2006/main">
              <a:ext uri="{FF2B5EF4-FFF2-40B4-BE49-F238E27FC236}">
                <a16:creationId xmlns:a16="http://schemas.microsoft.com/office/drawing/2014/main" id="{64888320-AF79-4DBD-89C6-3CF12DB46B24}"/>
              </a:ext>
            </a:extLst>
          </p:cNvPr>
          <p:cNvSpPr>
            <a:spLocks xmlns:a="http://schemas.openxmlformats.org/drawingml/2006/main" noGrp="1"/>
          </p:cNvSpPr>
          <p:nvPr>
            <p:ph idx="13" hasCustomPrompt="1"/>
          </p:nvPr>
        </p:nvSpPr>
        <p:spPr>
          <a:xfrm xmlns:a="http://schemas.openxmlformats.org/drawingml/2006/main">
            <a:off x="1369060" y="3855085"/>
            <a:ext cx="2625090" cy="162687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插入产品图</a:t>
            </a:r>
            <a:endParaRPr/>
          </a:p>
        </p:txBody>
      </p:sp>
      <p:sp>
        <p:nvSpPr>
          <p:cNvPr id="13" name="文本占位符 12">
            <a:extLst xmlns:a="http://schemas.openxmlformats.org/drawingml/2006/main">
              <a:ext uri="{FF2B5EF4-FFF2-40B4-BE49-F238E27FC236}">
                <a16:creationId xmlns:a16="http://schemas.microsoft.com/office/drawing/2014/main" id="{F0E88985-5065-4FC5-8AA2-EA9B966DFFB6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4477385" y="1679575"/>
            <a:ext cx="6482080" cy="16859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ts val="1380"/>
              </a:lnSpc>
              <a:buFont typeface="Arial"/>
              <a:buChar char="•"/>
              <a:defRPr sz="120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产品概述，</a:t>
            </a:r>
            <a:r>
              <a:t>6</a:t>
            </a:r>
            <a:r>
              <a:t>行以内</a:t>
            </a:r>
            <a:endParaRPr/>
          </a:p>
        </p:txBody>
      </p:sp>
      <p:sp>
        <p:nvSpPr>
          <p:cNvPr id="14" name="文本占位符 13">
            <a:extLst xmlns:a="http://schemas.openxmlformats.org/drawingml/2006/main">
              <a:ext uri="{FF2B5EF4-FFF2-40B4-BE49-F238E27FC236}">
                <a16:creationId xmlns:a16="http://schemas.microsoft.com/office/drawing/2014/main" id="{4703F6A0-9EDB-488D-8824-828ECFB026A2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4477385" y="4323715"/>
            <a:ext cx="6482080" cy="168783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ts val="1380"/>
              </a:lnSpc>
              <a:buFont typeface="Arial"/>
              <a:buChar char="•"/>
              <a:defRPr sz="120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产品概述，</a:t>
            </a:r>
            <a:r>
              <a:t>5</a:t>
            </a:r>
            <a:r>
              <a:t>行以内</a:t>
            </a:r>
            <a:endParaRPr/>
          </a:p>
        </p:txBody>
      </p:sp>
      <p:sp>
        <p:nvSpPr>
          <p:cNvPr id="24" name="文本占位符 23">
            <a:extLst xmlns:a="http://schemas.openxmlformats.org/drawingml/2006/main">
              <a:ext uri="{FF2B5EF4-FFF2-40B4-BE49-F238E27FC236}">
                <a16:creationId xmlns:a16="http://schemas.microsoft.com/office/drawing/2014/main" id="{D49E15EC-87B8-4FE3-BA87-7E8EE607D0D1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4477385" y="1026795"/>
            <a:ext cx="6482080" cy="56705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lnSpc>
                <a:spcPct val="150000"/>
              </a:lnSpc>
              <a:buNone/>
              <a:defRPr sz="2400" b="1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产品名称和型号</a:t>
            </a:r>
            <a:endParaRPr/>
          </a:p>
        </p:txBody>
      </p:sp>
      <p:sp>
        <p:nvSpPr>
          <p:cNvPr id="15" name="文本占位符 14">
            <a:extLst xmlns:a="http://schemas.openxmlformats.org/drawingml/2006/main">
              <a:ext uri="{FF2B5EF4-FFF2-40B4-BE49-F238E27FC236}">
                <a16:creationId xmlns:a16="http://schemas.microsoft.com/office/drawing/2014/main" id="{000AEACF-8031-40E7-827A-82812670ED20}"/>
              </a:ext>
            </a:extLst>
          </p:cNvPr>
          <p:cNvSpPr>
            <a:spLocks xmlns:a="http://schemas.openxmlformats.org/drawingml/2006/main" noGrp="1"/>
          </p:cNvSpPr>
          <p:nvPr>
            <p:ph type="body" idx="23" hasCustomPrompt="1"/>
          </p:nvPr>
        </p:nvSpPr>
        <p:spPr>
          <a:xfrm xmlns:a="http://schemas.openxmlformats.org/drawingml/2006/main">
            <a:off x="4477385" y="3658235"/>
            <a:ext cx="6482080" cy="56705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lnSpc>
                <a:spcPct val="150000"/>
              </a:lnSpc>
              <a:buNone/>
              <a:defRPr sz="2400" b="1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产品名称和型号</a:t>
            </a:r>
            <a:endParaRPr/>
          </a:p>
        </p:txBody>
      </p:sp>
      <p:sp>
        <p:nvSpPr>
          <p:cNvPr id="16" name="内容占位符 15">
            <a:extLst xmlns:a="http://schemas.openxmlformats.org/drawingml/2006/main">
              <a:ext uri="{FF2B5EF4-FFF2-40B4-BE49-F238E27FC236}">
                <a16:creationId xmlns:a16="http://schemas.microsoft.com/office/drawing/2014/main" id="{93B9AD23-DCE0-4EE5-BCCA-9119B676F2CE}"/>
              </a:ext>
            </a:extLst>
          </p:cNvPr>
          <p:cNvSpPr>
            <a:spLocks xmlns:a="http://schemas.openxmlformats.org/drawingml/2006/main" noGrp="1"/>
          </p:cNvSpPr>
          <p:nvPr>
            <p:ph idx="28" hasCustomPrompt="1"/>
          </p:nvPr>
        </p:nvSpPr>
        <p:spPr>
          <a:xfrm xmlns:a="http://schemas.openxmlformats.org/drawingml/2006/main">
            <a:off x="1368425" y="1193800"/>
            <a:ext cx="2626360" cy="162687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插入产品图</a:t>
            </a:r>
            <a:endParaRPr/>
          </a:p>
        </p:txBody>
      </p:sp>
      <p:sp>
        <p:nvSpPr>
          <p:cNvPr id="17" name="文本占位符 16">
            <a:extLst xmlns:a="http://schemas.openxmlformats.org/drawingml/2006/main">
              <a:ext uri="{FF2B5EF4-FFF2-40B4-BE49-F238E27FC236}">
                <a16:creationId xmlns:a16="http://schemas.microsoft.com/office/drawing/2014/main" id="{4C770846-697B-4E00-BDB4-442AB9F7056A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1369695" y="2820670"/>
            <a:ext cx="262509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说明文字</a:t>
            </a:r>
            <a:endParaRPr/>
          </a:p>
        </p:txBody>
      </p:sp>
      <p:sp>
        <p:nvSpPr>
          <p:cNvPr id="21" name="文本占位符 20">
            <a:extLst xmlns:a="http://schemas.openxmlformats.org/drawingml/2006/main">
              <a:ext uri="{FF2B5EF4-FFF2-40B4-BE49-F238E27FC236}">
                <a16:creationId xmlns:a16="http://schemas.microsoft.com/office/drawing/2014/main" id="{C3F0CFB4-73D1-4C71-A372-96CCF6E6D307}"/>
              </a:ext>
            </a:extLst>
          </p:cNvPr>
          <p:cNvSpPr>
            <a:spLocks xmlns:a="http://schemas.openxmlformats.org/drawingml/2006/main" noGrp="1"/>
          </p:cNvSpPr>
          <p:nvPr>
            <p:ph type="body" idx="29" hasCustomPrompt="1"/>
          </p:nvPr>
        </p:nvSpPr>
        <p:spPr>
          <a:xfrm xmlns:a="http://schemas.openxmlformats.org/drawingml/2006/main">
            <a:off x="1369060" y="5481955"/>
            <a:ext cx="262509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说明文字</a:t>
            </a:r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9699D800-35C3-4D67-A2EF-E9EF3E14A711}"/>
              </a:ext>
            </a:extLst>
          </p:cNvPr>
          <p:cNvSpPr>
            <a:spLocks xmlns:a="http://schemas.openxmlformats.org/drawingml/2006/main" noGrp="1"/>
          </p:cNvSpPr>
          <p:nvPr>
            <p:ph type="dt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6E5D582B-FC08-482E-BB17-494B7E0033EF}"/>
              </a:ext>
            </a:extLst>
          </p:cNvPr>
          <p:cNvSpPr>
            <a:spLocks xmlns:a="http://schemas.openxmlformats.org/drawingml/2006/main" noGrp="1"/>
          </p:cNvSpPr>
          <p:nvPr>
            <p:ph type="ftr" idx="3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5BB9DDCB-435E-4945-BF0B-78B92ED79B61}"/>
              </a:ext>
            </a:extLst>
          </p:cNvPr>
          <p:cNvSpPr>
            <a:spLocks xmlns:a="http://schemas.openxmlformats.org/drawingml/2006/main" noGrp="1"/>
          </p:cNvSpPr>
          <p:nvPr>
            <p:ph type="sldNum" idx="3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preserve="1" userDrawn="1">
  <p:cSld name="roadmap版式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2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6e9531aa18e4c6a"/>
          <a:srcRect xmlns:a="http://schemas.openxmlformats.org/drawingml/2006/main" l="0" t="9456" r="9396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11113"/>
            <a:ext cx="12184063" cy="6846887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cxnSp>
        <p:nvCxnSpPr>
          <p:cNvPr id="47" name="直接箭头连接符 2"/>
          <p:cNvCxnSpPr/>
          <p:nvPr/>
        </p:nvCxnSpPr>
        <p:spPr>
          <a:xfrm xmlns:a="http://schemas.openxmlformats.org/drawingml/2006/main">
            <a:off x="1822450" y="4908550"/>
            <a:ext cx="9367838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E6E6E6"/>
            </a:solidFill>
            <a:prstDash val="lgDash"/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48" name="直接箭头连接符 3"/>
          <p:cNvCxnSpPr/>
          <p:nvPr/>
        </p:nvCxnSpPr>
        <p:spPr>
          <a:xfrm xmlns:a="http://schemas.openxmlformats.org/drawingml/2006/main" rot="16200000">
            <a:off x="-373062" y="3687763"/>
            <a:ext cx="4391025" cy="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solidFill>
              <a:schemeClr val="tx1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49" name="直接箭头连接符 9"/>
          <p:cNvCxnSpPr/>
          <p:nvPr/>
        </p:nvCxnSpPr>
        <p:spPr>
          <a:xfrm xmlns:a="http://schemas.openxmlformats.org/drawingml/2006/main">
            <a:off x="1822450" y="5883275"/>
            <a:ext cx="9367838" cy="0"/>
          </a:xfrm>
          <a:prstGeom xmlns:a="http://schemas.openxmlformats.org/drawingml/2006/main" prst="straightConnector1">
            <a:avLst/>
          </a:prstGeom>
          <a:ln xmlns:a="http://schemas.openxmlformats.org/drawingml/2006/main">
            <a:solidFill>
              <a:schemeClr val="tx1"/>
            </a:solidFill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50" name="直接箭头连接符 10"/>
          <p:cNvCxnSpPr/>
          <p:nvPr/>
        </p:nvCxnSpPr>
        <p:spPr>
          <a:xfrm xmlns:a="http://schemas.openxmlformats.org/drawingml/2006/main">
            <a:off x="1822450" y="3276600"/>
            <a:ext cx="9367838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E6E6E6"/>
            </a:solidFill>
            <a:prstDash val="lgDash"/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51" name="直接箭头连接符 12"/>
          <p:cNvCxnSpPr/>
          <p:nvPr/>
        </p:nvCxnSpPr>
        <p:spPr>
          <a:xfrm xmlns:a="http://schemas.openxmlformats.org/drawingml/2006/main">
            <a:off x="1822450" y="4092575"/>
            <a:ext cx="9367838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E6E6E6"/>
            </a:solidFill>
            <a:prstDash val="lgDash"/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cxnSp>
        <p:nvCxnSpPr>
          <p:cNvPr id="52" name="直接箭头连接符 13"/>
          <p:cNvCxnSpPr/>
          <p:nvPr/>
        </p:nvCxnSpPr>
        <p:spPr>
          <a:xfrm xmlns:a="http://schemas.openxmlformats.org/drawingml/2006/main">
            <a:off x="1822450" y="2460625"/>
            <a:ext cx="9367838" cy="0"/>
          </a:xfrm>
          <a:prstGeom xmlns:a="http://schemas.openxmlformats.org/drawingml/2006/main" prst="straightConnector1">
            <a:avLst/>
          </a:prstGeom>
          <a:ln xmlns:a="http://schemas.openxmlformats.org/drawingml/2006/main" w="12700">
            <a:solidFill>
              <a:srgbClr val="E6E6E6"/>
            </a:solidFill>
            <a:prstDash val="lgDash"/>
            <a:tailEnd type="arrow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cxnSp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9CDF5645-485A-4E58-BA6F-CB58DB5B462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823085" y="367665"/>
            <a:ext cx="8900160" cy="969010"/>
          </a:xfrm>
        </p:spPr>
        <p:txBody>
          <a:bodyPr xmlns:a="http://schemas.openxmlformats.org/drawingml/2006/main"/>
          <a:lstStyle xmlns:a="http://schemas.openxmlformats.org/drawingml/2006/main">
            <a:lvl1pPr algn="ctr">
              <a:buNone/>
              <a:defRPr sz="3200"/>
            </a:lvl1pPr>
          </a:lstStyle>
          <a:p xmlns:a="http://schemas.openxmlformats.org/drawingml/2006/main">
            <a:pPr>
              <a:buNone/>
            </a:pPr>
            <a:r>
              <a:t>roadmap</a:t>
            </a:r>
            <a:r>
              <a:t>版式，此处填标题</a:t>
            </a:r>
            <a:endParaRPr/>
          </a:p>
        </p:txBody>
      </p:sp>
      <p:sp>
        <p:nvSpPr>
          <p:cNvPr id="7" name="文本占位符 6">
            <a:extLst xmlns:a="http://schemas.openxmlformats.org/drawingml/2006/main">
              <a:ext uri="{FF2B5EF4-FFF2-40B4-BE49-F238E27FC236}">
                <a16:creationId xmlns:a16="http://schemas.microsoft.com/office/drawing/2014/main" id="{2571EF3E-433B-4088-8D19-2E0804092F23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1965960" y="6541135"/>
            <a:ext cx="1768475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r">
              <a:buNone/>
              <a:defRPr sz="12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注解说明</a:t>
            </a:r>
            <a:endParaRPr/>
          </a:p>
        </p:txBody>
      </p:sp>
      <p:sp>
        <p:nvSpPr>
          <p:cNvPr id="6" name="文本占位符 5">
            <a:extLst xmlns:a="http://schemas.openxmlformats.org/drawingml/2006/main">
              <a:ext uri="{FF2B5EF4-FFF2-40B4-BE49-F238E27FC236}">
                <a16:creationId xmlns:a16="http://schemas.microsoft.com/office/drawing/2014/main" id="{95074C73-E73B-4F9E-BD71-3F54BBE9457F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386715" y="5538470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纵轴名称</a:t>
            </a:r>
            <a:r>
              <a:t>1</a:t>
            </a:r>
            <a:endParaRPr/>
          </a:p>
        </p:txBody>
      </p:sp>
      <p:sp>
        <p:nvSpPr>
          <p:cNvPr id="18" name="文本占位符 17">
            <a:extLst xmlns:a="http://schemas.openxmlformats.org/drawingml/2006/main">
              <a:ext uri="{FF2B5EF4-FFF2-40B4-BE49-F238E27FC236}">
                <a16:creationId xmlns:a16="http://schemas.microsoft.com/office/drawing/2014/main" id="{D9AC5573-E838-468F-91A9-F428A8A10B01}"/>
              </a:ext>
            </a:extLst>
          </p:cNvPr>
          <p:cNvSpPr>
            <a:spLocks xmlns:a="http://schemas.openxmlformats.org/drawingml/2006/main" noGrp="1"/>
          </p:cNvSpPr>
          <p:nvPr>
            <p:ph type="body" idx="16" hasCustomPrompt="1"/>
          </p:nvPr>
        </p:nvSpPr>
        <p:spPr>
          <a:xfrm xmlns:a="http://schemas.openxmlformats.org/drawingml/2006/main">
            <a:off x="386715" y="4690110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纵轴名称</a:t>
            </a:r>
            <a:r>
              <a:t>2</a:t>
            </a:r>
            <a:endParaRPr/>
          </a:p>
        </p:txBody>
      </p:sp>
      <p:sp>
        <p:nvSpPr>
          <p:cNvPr id="19" name="文本占位符 18">
            <a:extLst xmlns:a="http://schemas.openxmlformats.org/drawingml/2006/main">
              <a:ext uri="{FF2B5EF4-FFF2-40B4-BE49-F238E27FC236}">
                <a16:creationId xmlns:a16="http://schemas.microsoft.com/office/drawing/2014/main" id="{D9E6C3DF-FFB3-4E96-A27A-68F25442466D}"/>
              </a:ext>
            </a:extLst>
          </p:cNvPr>
          <p:cNvSpPr>
            <a:spLocks xmlns:a="http://schemas.openxmlformats.org/drawingml/2006/main" noGrp="1"/>
          </p:cNvSpPr>
          <p:nvPr>
            <p:ph type="body" idx="17" hasCustomPrompt="1"/>
          </p:nvPr>
        </p:nvSpPr>
        <p:spPr>
          <a:xfrm xmlns:a="http://schemas.openxmlformats.org/drawingml/2006/main">
            <a:off x="386715" y="3841750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纵轴名称</a:t>
            </a:r>
            <a:r>
              <a:t>3</a:t>
            </a:r>
            <a:endParaRPr/>
          </a:p>
        </p:txBody>
      </p:sp>
      <p:sp>
        <p:nvSpPr>
          <p:cNvPr id="20" name="文本占位符 19">
            <a:extLst xmlns:a="http://schemas.openxmlformats.org/drawingml/2006/main">
              <a:ext uri="{FF2B5EF4-FFF2-40B4-BE49-F238E27FC236}">
                <a16:creationId xmlns:a16="http://schemas.microsoft.com/office/drawing/2014/main" id="{FA22E677-1F05-4A59-8E58-127B6AF032A8}"/>
              </a:ext>
            </a:extLst>
          </p:cNvPr>
          <p:cNvSpPr>
            <a:spLocks xmlns:a="http://schemas.openxmlformats.org/drawingml/2006/main" noGrp="1"/>
          </p:cNvSpPr>
          <p:nvPr>
            <p:ph type="body" idx="18" hasCustomPrompt="1"/>
          </p:nvPr>
        </p:nvSpPr>
        <p:spPr>
          <a:xfrm xmlns:a="http://schemas.openxmlformats.org/drawingml/2006/main">
            <a:off x="386715" y="2993390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纵轴名称</a:t>
            </a:r>
            <a:r>
              <a:t>4</a:t>
            </a:r>
            <a:endParaRPr/>
          </a:p>
        </p:txBody>
      </p:sp>
      <p:sp>
        <p:nvSpPr>
          <p:cNvPr id="21" name="文本占位符 20">
            <a:extLst xmlns:a="http://schemas.openxmlformats.org/drawingml/2006/main">
              <a:ext uri="{FF2B5EF4-FFF2-40B4-BE49-F238E27FC236}">
                <a16:creationId xmlns:a16="http://schemas.microsoft.com/office/drawing/2014/main" id="{64B3E5A3-5D96-481C-B897-29CC5E3196AD}"/>
              </a:ext>
            </a:extLst>
          </p:cNvPr>
          <p:cNvSpPr>
            <a:spLocks xmlns:a="http://schemas.openxmlformats.org/drawingml/2006/main" noGrp="1"/>
          </p:cNvSpPr>
          <p:nvPr>
            <p:ph type="body" idx="19" hasCustomPrompt="1"/>
          </p:nvPr>
        </p:nvSpPr>
        <p:spPr>
          <a:xfrm xmlns:a="http://schemas.openxmlformats.org/drawingml/2006/main">
            <a:off x="386715" y="2145030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r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纵轴名称</a:t>
            </a:r>
            <a:r>
              <a:t>5</a:t>
            </a:r>
            <a:endParaRPr/>
          </a:p>
        </p:txBody>
      </p:sp>
      <p:sp>
        <p:nvSpPr>
          <p:cNvPr id="22" name="文本占位符 21">
            <a:extLst xmlns:a="http://schemas.openxmlformats.org/drawingml/2006/main">
              <a:ext uri="{FF2B5EF4-FFF2-40B4-BE49-F238E27FC236}">
                <a16:creationId xmlns:a16="http://schemas.microsoft.com/office/drawing/2014/main" id="{42D5F02D-BCA5-49A8-A381-DB5812570670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4262120" y="6541135"/>
            <a:ext cx="1768475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2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具体说明，</a:t>
            </a:r>
            <a:r>
              <a:t>30</a:t>
            </a:r>
            <a:r>
              <a:t>字内</a:t>
            </a:r>
            <a:endParaRPr/>
          </a:p>
        </p:txBody>
      </p:sp>
      <p:sp>
        <p:nvSpPr>
          <p:cNvPr id="23" name="文本占位符 22">
            <a:extLst xmlns:a="http://schemas.openxmlformats.org/drawingml/2006/main">
              <a:ext uri="{FF2B5EF4-FFF2-40B4-BE49-F238E27FC236}">
                <a16:creationId xmlns:a16="http://schemas.microsoft.com/office/drawing/2014/main" id="{D483D52E-0CA3-4F49-83BF-C5134CE3D02B}"/>
              </a:ext>
            </a:extLst>
          </p:cNvPr>
          <p:cNvSpPr>
            <a:spLocks xmlns:a="http://schemas.openxmlformats.org/drawingml/2006/main" noGrp="1"/>
          </p:cNvSpPr>
          <p:nvPr>
            <p:ph type="body" idx="21" hasCustomPrompt="1"/>
          </p:nvPr>
        </p:nvSpPr>
        <p:spPr>
          <a:xfrm xmlns:a="http://schemas.openxmlformats.org/drawingml/2006/main">
            <a:off x="1823085" y="5946775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横轴名称</a:t>
            </a:r>
            <a:r>
              <a:t>1</a:t>
            </a:r>
            <a:endParaRPr/>
          </a:p>
        </p:txBody>
      </p:sp>
      <p:sp>
        <p:nvSpPr>
          <p:cNvPr id="25" name="文本占位符 24">
            <a:extLst xmlns:a="http://schemas.openxmlformats.org/drawingml/2006/main">
              <a:ext uri="{FF2B5EF4-FFF2-40B4-BE49-F238E27FC236}">
                <a16:creationId xmlns:a16="http://schemas.microsoft.com/office/drawing/2014/main" id="{FCE6F585-04FF-4AED-9A16-AEBC86C966AD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4045585" y="5946775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横轴名称</a:t>
            </a:r>
            <a:r>
              <a:t>2</a:t>
            </a:r>
            <a:endParaRPr/>
          </a:p>
        </p:txBody>
      </p:sp>
      <p:sp>
        <p:nvSpPr>
          <p:cNvPr id="26" name="文本占位符 25">
            <a:extLst xmlns:a="http://schemas.openxmlformats.org/drawingml/2006/main">
              <a:ext uri="{FF2B5EF4-FFF2-40B4-BE49-F238E27FC236}">
                <a16:creationId xmlns:a16="http://schemas.microsoft.com/office/drawing/2014/main" id="{756F4D1F-E683-4928-AC8E-346F7342FF7A}"/>
              </a:ext>
            </a:extLst>
          </p:cNvPr>
          <p:cNvSpPr>
            <a:spLocks xmlns:a="http://schemas.openxmlformats.org/drawingml/2006/main" noGrp="1"/>
          </p:cNvSpPr>
          <p:nvPr>
            <p:ph type="body" idx="23" hasCustomPrompt="1"/>
          </p:nvPr>
        </p:nvSpPr>
        <p:spPr>
          <a:xfrm xmlns:a="http://schemas.openxmlformats.org/drawingml/2006/main">
            <a:off x="6314440" y="5937885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横轴名称</a:t>
            </a:r>
            <a:r>
              <a:t>3</a:t>
            </a:r>
            <a:endParaRPr/>
          </a:p>
        </p:txBody>
      </p:sp>
      <p:sp>
        <p:nvSpPr>
          <p:cNvPr id="29" name="文本占位符 28">
            <a:extLst xmlns:a="http://schemas.openxmlformats.org/drawingml/2006/main">
              <a:ext uri="{FF2B5EF4-FFF2-40B4-BE49-F238E27FC236}">
                <a16:creationId xmlns:a16="http://schemas.microsoft.com/office/drawing/2014/main" id="{D1F41D02-21E2-4947-9AD1-B70610B63BF6}"/>
              </a:ext>
            </a:extLst>
          </p:cNvPr>
          <p:cNvSpPr>
            <a:spLocks xmlns:a="http://schemas.openxmlformats.org/drawingml/2006/main" noGrp="1"/>
          </p:cNvSpPr>
          <p:nvPr>
            <p:ph type="body" idx="24" hasCustomPrompt="1"/>
          </p:nvPr>
        </p:nvSpPr>
        <p:spPr>
          <a:xfrm xmlns:a="http://schemas.openxmlformats.org/drawingml/2006/main">
            <a:off x="4262120" y="6541135"/>
            <a:ext cx="1768475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2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具体说明，</a:t>
            </a:r>
            <a:r>
              <a:t>30</a:t>
            </a:r>
            <a:r>
              <a:t>字内</a:t>
            </a:r>
            <a:endParaRPr/>
          </a:p>
        </p:txBody>
      </p:sp>
      <p:sp>
        <p:nvSpPr>
          <p:cNvPr id="33" name="文本占位符 32">
            <a:extLst xmlns:a="http://schemas.openxmlformats.org/drawingml/2006/main">
              <a:ext uri="{FF2B5EF4-FFF2-40B4-BE49-F238E27FC236}">
                <a16:creationId xmlns:a16="http://schemas.microsoft.com/office/drawing/2014/main" id="{49A0EA64-8597-4D6F-8C89-84CF1E843FC3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1823085" y="4909185"/>
            <a:ext cx="1281430" cy="337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267F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4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产品型号</a:t>
            </a:r>
            <a:endParaRPr/>
          </a:p>
        </p:txBody>
      </p:sp>
      <p:sp>
        <p:nvSpPr>
          <p:cNvPr id="34" name="文本占位符 33">
            <a:extLst xmlns:a="http://schemas.openxmlformats.org/drawingml/2006/main">
              <a:ext uri="{FF2B5EF4-FFF2-40B4-BE49-F238E27FC236}">
                <a16:creationId xmlns:a16="http://schemas.microsoft.com/office/drawing/2014/main" id="{506DBD2B-708A-4C8C-8E51-BE6650197FA6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1823085" y="5219700"/>
            <a:ext cx="1281430" cy="6330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267F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lnSpc>
                <a:spcPts val="420"/>
              </a:lnSpc>
              <a:buNone/>
              <a:defRPr sz="10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特点</a:t>
            </a:r>
            <a:r>
              <a:t>2-3</a:t>
            </a:r>
            <a:r>
              <a:t>点</a:t>
            </a:r>
            <a:endParaRPr/>
          </a:p>
        </p:txBody>
      </p:sp>
      <p:sp>
        <p:nvSpPr>
          <p:cNvPr id="35" name="文本占位符 34">
            <a:extLst xmlns:a="http://schemas.openxmlformats.org/drawingml/2006/main">
              <a:ext uri="{FF2B5EF4-FFF2-40B4-BE49-F238E27FC236}">
                <a16:creationId xmlns:a16="http://schemas.microsoft.com/office/drawing/2014/main" id="{1B052B65-4F2A-4AAF-A6B4-0FA3FC35F4B9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4045585" y="4101465"/>
            <a:ext cx="1281430" cy="337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69C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4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产品型号</a:t>
            </a:r>
            <a:endParaRPr/>
          </a:p>
        </p:txBody>
      </p:sp>
      <p:sp>
        <p:nvSpPr>
          <p:cNvPr id="36" name="文本占位符 35">
            <a:extLst xmlns:a="http://schemas.openxmlformats.org/drawingml/2006/main">
              <a:ext uri="{FF2B5EF4-FFF2-40B4-BE49-F238E27FC236}">
                <a16:creationId xmlns:a16="http://schemas.microsoft.com/office/drawing/2014/main" id="{D2B45009-3F8D-43EB-BCF0-1D2AAD686B9D}"/>
              </a:ext>
            </a:extLst>
          </p:cNvPr>
          <p:cNvSpPr>
            <a:spLocks xmlns:a="http://schemas.openxmlformats.org/drawingml/2006/main" noGrp="1"/>
          </p:cNvSpPr>
          <p:nvPr>
            <p:ph type="body" idx="28" hasCustomPrompt="1"/>
          </p:nvPr>
        </p:nvSpPr>
        <p:spPr>
          <a:xfrm xmlns:a="http://schemas.openxmlformats.org/drawingml/2006/main">
            <a:off x="4045585" y="4411980"/>
            <a:ext cx="1281430" cy="497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069C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lnSpc>
                <a:spcPts val="420"/>
              </a:lnSpc>
              <a:buNone/>
              <a:defRPr sz="10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特点</a:t>
            </a:r>
            <a:r>
              <a:t>2-3</a:t>
            </a:r>
            <a:r>
              <a:t>点</a:t>
            </a:r>
            <a:endParaRPr/>
          </a:p>
        </p:txBody>
      </p:sp>
      <p:sp>
        <p:nvSpPr>
          <p:cNvPr id="37" name="文本占位符 36">
            <a:extLst xmlns:a="http://schemas.openxmlformats.org/drawingml/2006/main">
              <a:ext uri="{FF2B5EF4-FFF2-40B4-BE49-F238E27FC236}">
                <a16:creationId xmlns:a16="http://schemas.microsoft.com/office/drawing/2014/main" id="{1FF4C9E7-734F-4969-8967-BAEBBB7F94ED}"/>
              </a:ext>
            </a:extLst>
          </p:cNvPr>
          <p:cNvSpPr>
            <a:spLocks xmlns:a="http://schemas.openxmlformats.org/drawingml/2006/main" noGrp="1"/>
          </p:cNvSpPr>
          <p:nvPr>
            <p:ph type="body" idx="29" hasCustomPrompt="1"/>
          </p:nvPr>
        </p:nvSpPr>
        <p:spPr>
          <a:xfrm xmlns:a="http://schemas.openxmlformats.org/drawingml/2006/main">
            <a:off x="6314440" y="3277235"/>
            <a:ext cx="1281430" cy="337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3DC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4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产品型号</a:t>
            </a:r>
            <a:endParaRPr/>
          </a:p>
        </p:txBody>
      </p:sp>
      <p:sp>
        <p:nvSpPr>
          <p:cNvPr id="38" name="文本占位符 37">
            <a:extLst xmlns:a="http://schemas.openxmlformats.org/drawingml/2006/main">
              <a:ext uri="{FF2B5EF4-FFF2-40B4-BE49-F238E27FC236}">
                <a16:creationId xmlns:a16="http://schemas.microsoft.com/office/drawing/2014/main" id="{52266E99-773E-4958-88A6-9CF19F077D74}"/>
              </a:ext>
            </a:extLst>
          </p:cNvPr>
          <p:cNvSpPr>
            <a:spLocks xmlns:a="http://schemas.openxmlformats.org/drawingml/2006/main" noGrp="1"/>
          </p:cNvSpPr>
          <p:nvPr>
            <p:ph type="body" idx="30" hasCustomPrompt="1"/>
          </p:nvPr>
        </p:nvSpPr>
        <p:spPr>
          <a:xfrm xmlns:a="http://schemas.openxmlformats.org/drawingml/2006/main">
            <a:off x="6314440" y="3587750"/>
            <a:ext cx="1281430" cy="51371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3DC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lnSpc>
                <a:spcPts val="420"/>
              </a:lnSpc>
              <a:buNone/>
              <a:defRPr sz="10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特点</a:t>
            </a:r>
            <a:r>
              <a:t>2-3</a:t>
            </a:r>
            <a:r>
              <a:t>点</a:t>
            </a:r>
            <a:endParaRPr/>
          </a:p>
        </p:txBody>
      </p:sp>
      <p:sp>
        <p:nvSpPr>
          <p:cNvPr id="39" name="文本占位符 38">
            <a:extLst xmlns:a="http://schemas.openxmlformats.org/drawingml/2006/main">
              <a:ext uri="{FF2B5EF4-FFF2-40B4-BE49-F238E27FC236}">
                <a16:creationId xmlns:a16="http://schemas.microsoft.com/office/drawing/2014/main" id="{C07FDDB4-5742-46D4-A261-30D55B144448}"/>
              </a:ext>
            </a:extLst>
          </p:cNvPr>
          <p:cNvSpPr>
            <a:spLocks xmlns:a="http://schemas.openxmlformats.org/drawingml/2006/main" noGrp="1"/>
          </p:cNvSpPr>
          <p:nvPr>
            <p:ph type="body" idx="31" hasCustomPrompt="1"/>
          </p:nvPr>
        </p:nvSpPr>
        <p:spPr>
          <a:xfrm xmlns:a="http://schemas.openxmlformats.org/drawingml/2006/main">
            <a:off x="8148955" y="5934075"/>
            <a:ext cx="1281430" cy="31623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200" b="1" cap="all" baseline="0">
                <a:solidFill>
                  <a:schemeClr val="tx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横轴名称</a:t>
            </a:r>
            <a:r>
              <a:t>3</a:t>
            </a:r>
            <a:endParaRPr/>
          </a:p>
        </p:txBody>
      </p:sp>
      <p:sp>
        <p:nvSpPr>
          <p:cNvPr id="40" name="文本占位符 39">
            <a:extLst xmlns:a="http://schemas.openxmlformats.org/drawingml/2006/main">
              <a:ext uri="{FF2B5EF4-FFF2-40B4-BE49-F238E27FC236}">
                <a16:creationId xmlns:a16="http://schemas.microsoft.com/office/drawing/2014/main" id="{70F817BB-47BC-4AB5-B5C5-F0850E04E53B}"/>
              </a:ext>
            </a:extLst>
          </p:cNvPr>
          <p:cNvSpPr>
            <a:spLocks xmlns:a="http://schemas.openxmlformats.org/drawingml/2006/main" noGrp="1"/>
          </p:cNvSpPr>
          <p:nvPr>
            <p:ph type="body" idx="32" hasCustomPrompt="1"/>
          </p:nvPr>
        </p:nvSpPr>
        <p:spPr>
          <a:xfrm xmlns:a="http://schemas.openxmlformats.org/drawingml/2006/main">
            <a:off x="8042275" y="2461260"/>
            <a:ext cx="1281430" cy="337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B2FF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4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产品型号</a:t>
            </a:r>
            <a:endParaRPr/>
          </a:p>
        </p:txBody>
      </p:sp>
      <p:sp>
        <p:nvSpPr>
          <p:cNvPr id="41" name="文本占位符 40">
            <a:extLst xmlns:a="http://schemas.openxmlformats.org/drawingml/2006/main">
              <a:ext uri="{FF2B5EF4-FFF2-40B4-BE49-F238E27FC236}">
                <a16:creationId xmlns:a16="http://schemas.microsoft.com/office/drawing/2014/main" id="{D119581C-D61E-453F-AF0C-BDC390293DC5}"/>
              </a:ext>
            </a:extLst>
          </p:cNvPr>
          <p:cNvSpPr>
            <a:spLocks xmlns:a="http://schemas.openxmlformats.org/drawingml/2006/main" noGrp="1"/>
          </p:cNvSpPr>
          <p:nvPr>
            <p:ph type="body" idx="33" hasCustomPrompt="1"/>
          </p:nvPr>
        </p:nvSpPr>
        <p:spPr>
          <a:xfrm xmlns:a="http://schemas.openxmlformats.org/drawingml/2006/main">
            <a:off x="8042275" y="2771775"/>
            <a:ext cx="1281430" cy="5060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B2FF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lnSpc>
                <a:spcPts val="420"/>
              </a:lnSpc>
              <a:buNone/>
              <a:defRPr sz="10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特点</a:t>
            </a:r>
            <a:r>
              <a:t>2-3</a:t>
            </a:r>
            <a:r>
              <a:t>点</a:t>
            </a:r>
            <a:endParaRPr/>
          </a:p>
        </p:txBody>
      </p:sp>
      <p:sp>
        <p:nvSpPr>
          <p:cNvPr id="43" name="文本占位符 42">
            <a:extLst xmlns:a="http://schemas.openxmlformats.org/drawingml/2006/main">
              <a:ext uri="{FF2B5EF4-FFF2-40B4-BE49-F238E27FC236}">
                <a16:creationId xmlns:a16="http://schemas.microsoft.com/office/drawing/2014/main" id="{D9CA7914-B134-45EB-940A-FCAFC5D435DC}"/>
              </a:ext>
            </a:extLst>
          </p:cNvPr>
          <p:cNvSpPr>
            <a:spLocks xmlns:a="http://schemas.openxmlformats.org/drawingml/2006/main" noGrp="1"/>
          </p:cNvSpPr>
          <p:nvPr>
            <p:ph type="body" idx="34" hasCustomPrompt="1"/>
          </p:nvPr>
        </p:nvSpPr>
        <p:spPr>
          <a:xfrm xmlns:a="http://schemas.openxmlformats.org/drawingml/2006/main">
            <a:off x="9441815" y="1604010"/>
            <a:ext cx="1281430" cy="3378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BBBB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buNone/>
              <a:defRPr sz="14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产品型号</a:t>
            </a:r>
            <a:endParaRPr/>
          </a:p>
        </p:txBody>
      </p:sp>
      <p:sp>
        <p:nvSpPr>
          <p:cNvPr id="44" name="文本占位符 43">
            <a:extLst xmlns:a="http://schemas.openxmlformats.org/drawingml/2006/main">
              <a:ext uri="{FF2B5EF4-FFF2-40B4-BE49-F238E27FC236}">
                <a16:creationId xmlns:a16="http://schemas.microsoft.com/office/drawing/2014/main" id="{1BF39020-AB4A-4472-9ACB-DB404A94A701}"/>
              </a:ext>
            </a:extLst>
          </p:cNvPr>
          <p:cNvSpPr>
            <a:spLocks xmlns:a="http://schemas.openxmlformats.org/drawingml/2006/main" noGrp="1"/>
          </p:cNvSpPr>
          <p:nvPr>
            <p:ph type="body" idx="35" hasCustomPrompt="1"/>
          </p:nvPr>
        </p:nvSpPr>
        <p:spPr>
          <a:xfrm xmlns:a="http://schemas.openxmlformats.org/drawingml/2006/main">
            <a:off x="9441815" y="1914525"/>
            <a:ext cx="1281430" cy="53784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BBBB"/>
          </a:solidFill>
        </p:spPr>
        <p:txBody>
          <a:bodyPr xmlns:a="http://schemas.openxmlformats.org/drawingml/2006/main"/>
          <a:lstStyle xmlns:a="http://schemas.openxmlformats.org/drawingml/2006/main">
            <a:lvl1pPr marL="0" indent="0" algn="l">
              <a:lnSpc>
                <a:spcPts val="420"/>
              </a:lnSpc>
              <a:buNone/>
              <a:defRPr sz="1000" b="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特点</a:t>
            </a:r>
            <a:r>
              <a:t>2-3</a:t>
            </a:r>
            <a:r>
              <a:t>点</a:t>
            </a:r>
            <a:endParaRPr/>
          </a:p>
        </p:txBody>
      </p:sp>
      <p:sp>
        <p:nvSpPr>
          <p:cNvPr id="5" name="日期占位符 4">
            <a:extLst xmlns:a="http://schemas.openxmlformats.org/drawingml/2006/main">
              <a:ext uri="{FF2B5EF4-FFF2-40B4-BE49-F238E27FC236}">
                <a16:creationId xmlns:a16="http://schemas.microsoft.com/office/drawing/2014/main" id="{AB57E694-B736-4843-8E82-D124B7C91BF9}"/>
              </a:ext>
            </a:extLst>
          </p:cNvPr>
          <p:cNvSpPr>
            <a:spLocks xmlns:a="http://schemas.openxmlformats.org/drawingml/2006/main" noGrp="1"/>
          </p:cNvSpPr>
          <p:nvPr>
            <p:ph type="dt" idx="36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8" name="页脚占位符 7">
            <a:extLst xmlns:a="http://schemas.openxmlformats.org/drawingml/2006/main">
              <a:ext uri="{FF2B5EF4-FFF2-40B4-BE49-F238E27FC236}">
                <a16:creationId xmlns:a16="http://schemas.microsoft.com/office/drawing/2014/main" id="{B1640F15-8452-4D44-B2FC-6B259272BD42}"/>
              </a:ext>
            </a:extLst>
          </p:cNvPr>
          <p:cNvSpPr>
            <a:spLocks xmlns:a="http://schemas.openxmlformats.org/drawingml/2006/main" noGrp="1"/>
          </p:cNvSpPr>
          <p:nvPr>
            <p:ph type="ftr" idx="37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9" name="灯片编号占位符 8">
            <a:extLst xmlns:a="http://schemas.openxmlformats.org/drawingml/2006/main">
              <a:ext uri="{FF2B5EF4-FFF2-40B4-BE49-F238E27FC236}">
                <a16:creationId xmlns:a16="http://schemas.microsoft.com/office/drawing/2014/main" id="{15ACBC26-F6AE-48EB-852D-6F7F398F8E91}"/>
              </a:ext>
            </a:extLst>
          </p:cNvPr>
          <p:cNvSpPr>
            <a:spLocks xmlns:a="http://schemas.openxmlformats.org/drawingml/2006/main" noGrp="1"/>
          </p:cNvSpPr>
          <p:nvPr>
            <p:ph type="sldNum" idx="3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type="blank" preserve="1">
  <p:cSld name="空白版式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341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e3a0179162423a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6763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4339" name="文本框 4">
            <a:extLst xmlns:a="http://schemas.openxmlformats.org/drawingml/2006/main">
              <a:ext uri="{FF2B5EF4-FFF2-40B4-BE49-F238E27FC236}">
                <a16:creationId xmlns:a16="http://schemas.microsoft.com/office/drawing/2014/main" id="{05BA7CC6-85AE-4B9F-85A6-F43BE5C0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125" y="6578600"/>
            <a:ext cx="4759325" cy="244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100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让万物互联更简单！</a:t>
            </a:r>
            <a:endParaRPr sz="1000">
              <a:solidFill>
                <a:schemeClr val="bg1"/>
              </a:solidFill>
              <a:latin typeface="阿里巴巴普惠体 3.0 45 Light"/>
              <a:ea typeface="阿里巴巴普惠体 3.0 45 Light"/>
              <a:cs typeface="阿里巴巴普惠体 3.0 45 Light"/>
            </a:endParaRPr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1C7EE0CD-7823-4BBF-9EEA-6D5C8B78318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D27843EB-14B0-4527-B1E8-69009387D6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457FA160-6E5A-4A9B-B903-788847570F5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4.xml><?xml version="1.0" encoding="utf-8"?>
<p:sldLayout xmlns:p="http://schemas.openxmlformats.org/presentationml/2006/main" preserve="1" userDrawn="1">
  <p:cSld name="应用案例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6367751-94F6-4239-ADBF-2AAEC330A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2913" y="-15875"/>
            <a:ext cx="5399088" cy="5359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C74D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C285FF2-9080-414A-8A60-548F9E3E4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343525"/>
            <a:ext cx="6792913" cy="15144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E6E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任意多边形 17">
            <a:extLst xmlns:a="http://schemas.openxmlformats.org/drawingml/2006/main">
              <a:ext uri="{FF2B5EF4-FFF2-40B4-BE49-F238E27FC236}">
                <a16:creationId xmlns:a16="http://schemas.microsoft.com/office/drawing/2014/main" id="{A6E79428-69B7-465F-8466-B71351B2C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913" y="488950"/>
            <a:ext cx="271463" cy="415925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0073DC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9" name="任意多边形 18">
            <a:extLst xmlns:a="http://schemas.openxmlformats.org/drawingml/2006/main">
              <a:ext uri="{FF2B5EF4-FFF2-40B4-BE49-F238E27FC236}">
                <a16:creationId xmlns:a16="http://schemas.microsoft.com/office/drawing/2014/main" id="{76B91B28-C1E3-4DAE-AD29-BC4D6D04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3" y="488950"/>
            <a:ext cx="271463" cy="415925"/>
          </a:xfrm>
          <a:custGeom xmlns:a="http://schemas.openxmlformats.org/drawingml/2006/main">
            <a:gdLst>
              <a:gd name="connsiteX0" fmla="*/ 0 w 5021"/>
              <a:gd name="connsiteY0" fmla="*/ 0 h 10852"/>
              <a:gd name="connsiteX1" fmla="*/ 5021 w 5021"/>
              <a:gd name="connsiteY1" fmla="*/ 0 h 10852"/>
              <a:gd name="connsiteX2" fmla="*/ 3651 w 5021"/>
              <a:gd name="connsiteY2" fmla="*/ 10852 h 10852"/>
              <a:gd name="connsiteX3" fmla="*/ 0 w 5021"/>
              <a:gd name="connsiteY3" fmla="*/ 10817 h 10852"/>
              <a:gd name="connsiteX4" fmla="*/ 0 w 5021"/>
              <a:gd name="connsiteY4" fmla="*/ 0 h 10852"/>
            </a:gdLst>
            <a:rect l="l" t="t" r="r" b="b"/>
            <a:pathLst>
              <a:path w="5021" h="10852">
                <a:moveTo>
                  <a:pt x="0" y="0"/>
                </a:moveTo>
                <a:lnTo>
                  <a:pt x="5021" y="0"/>
                </a:lnTo>
                <a:lnTo>
                  <a:pt x="3651" y="10852"/>
                </a:lnTo>
                <a:lnTo>
                  <a:pt x="0" y="10817"/>
                </a:lnTo>
                <a:lnTo>
                  <a:pt x="0" y="0"/>
                </a:lnTo>
                <a:close/>
              </a:path>
            </a:pathLst>
          </a:cu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D38016C4-97EC-4CFE-A71F-B11E8BF43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88950"/>
            <a:ext cx="1019175" cy="41751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EB2FF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31" name="图片 24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4f2e9690d5434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0834688" y="441325"/>
            <a:ext cx="973137" cy="511175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6" name="标题 5">
            <a:extLst xmlns:a="http://schemas.openxmlformats.org/drawingml/2006/main">
              <a:ext uri="{FF2B5EF4-FFF2-40B4-BE49-F238E27FC236}">
                <a16:creationId xmlns:a16="http://schemas.microsoft.com/office/drawing/2014/main" id="{5B81BE49-7559-4377-8AB8-237BDB6F1287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368425" y="191770"/>
            <a:ext cx="5424170" cy="1172210"/>
          </a:xfrm>
        </p:spPr>
        <p:txBody>
          <a:bodyPr xmlns:a="http://schemas.openxmlformats.org/drawingml/2006/main"/>
          <a:lstStyle xmlns:a="http://schemas.openxmlformats.org/drawingml/2006/main">
            <a:lvl1pPr algn="l">
              <a:buNone/>
              <a:defRPr sz="3200">
                <a:latin typeface="阿里巴巴普惠体 3.0 65 Medium"/>
                <a:ea typeface="阿里巴巴普惠体 3.0 65 Medium"/>
                <a:cs typeface="阿里巴巴普惠体 3.0 65 Medium"/>
              </a:defRPr>
            </a:lvl1pPr>
          </a:lstStyle>
          <a:p xmlns:a="http://schemas.openxmlformats.org/drawingml/2006/main">
            <a:pPr>
              <a:buNone/>
            </a:pPr>
            <a:r>
              <a:t>应用案例</a:t>
            </a:r>
            <a:r>
              <a:t>-</a:t>
            </a:r>
            <a:r>
              <a:t>产品场景</a:t>
            </a:r>
            <a:endParaRPr/>
          </a:p>
        </p:txBody>
      </p:sp>
      <p:sp>
        <p:nvSpPr>
          <p:cNvPr id="8" name="内容占位符 7">
            <a:extLst xmlns:a="http://schemas.openxmlformats.org/drawingml/2006/main">
              <a:ext uri="{FF2B5EF4-FFF2-40B4-BE49-F238E27FC236}">
                <a16:creationId xmlns:a16="http://schemas.microsoft.com/office/drawing/2014/main" id="{315BCAF2-67D1-48C0-8017-6ED7EE4F0615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424180" y="1593850"/>
            <a:ext cx="3648710" cy="3253105"/>
          </a:xfrm>
        </p:spPr>
        <p:txBody>
          <a:bodyPr xmlns:a="http://schemas.openxmlformats.org/drawingml/2006/main"/>
          <a:lstStyle xmlns:a="http://schemas.openxmlformats.org/drawingml/2006/main">
            <a:lvl1pPr>
              <a:lnSpc>
                <a:spcPct val="150000"/>
              </a:lnSpc>
              <a:buNone/>
              <a:defRPr sz="120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插入框图</a:t>
            </a:r>
            <a:endParaRPr/>
          </a:p>
        </p:txBody>
      </p:sp>
      <p:sp>
        <p:nvSpPr>
          <p:cNvPr id="15" name="文本占位符 14">
            <a:extLst xmlns:a="http://schemas.openxmlformats.org/drawingml/2006/main">
              <a:ext uri="{FF2B5EF4-FFF2-40B4-BE49-F238E27FC236}">
                <a16:creationId xmlns:a16="http://schemas.microsoft.com/office/drawing/2014/main" id="{6279DD7B-6F97-4BC3-90FC-0EAF52F07CC0}"/>
              </a:ext>
            </a:extLst>
          </p:cNvPr>
          <p:cNvSpPr>
            <a:spLocks xmlns:a="http://schemas.openxmlformats.org/drawingml/2006/main" noGrp="1"/>
          </p:cNvSpPr>
          <p:nvPr>
            <p:ph type="body" idx="20" hasCustomPrompt="1"/>
          </p:nvPr>
        </p:nvSpPr>
        <p:spPr>
          <a:xfrm xmlns:a="http://schemas.openxmlformats.org/drawingml/2006/main">
            <a:off x="424180" y="5572760"/>
            <a:ext cx="6234430" cy="95059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2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用途说明，</a:t>
            </a:r>
            <a:r>
              <a:t>100</a:t>
            </a:r>
            <a:r>
              <a:t>字以内，不超过三行</a:t>
            </a:r>
            <a:endParaRPr/>
          </a:p>
        </p:txBody>
      </p:sp>
      <p:sp>
        <p:nvSpPr>
          <p:cNvPr id="9" name="内容占位符 8">
            <a:extLst xmlns:a="http://schemas.openxmlformats.org/drawingml/2006/main">
              <a:ext uri="{FF2B5EF4-FFF2-40B4-BE49-F238E27FC236}">
                <a16:creationId xmlns:a16="http://schemas.microsoft.com/office/drawing/2014/main" id="{430AC12C-E35B-4295-9269-09E3F79F9C9D}"/>
              </a:ext>
            </a:extLst>
          </p:cNvPr>
          <p:cNvSpPr>
            <a:spLocks xmlns:a="http://schemas.openxmlformats.org/drawingml/2006/main" noGrp="1"/>
          </p:cNvSpPr>
          <p:nvPr>
            <p:ph idx="21" hasCustomPrompt="1"/>
          </p:nvPr>
        </p:nvSpPr>
        <p:spPr>
          <a:xfrm xmlns:a="http://schemas.openxmlformats.org/drawingml/2006/main">
            <a:off x="4211955" y="1593850"/>
            <a:ext cx="2441575" cy="24130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baseline="0">
                <a:solidFill>
                  <a:schemeClr val="tx1">
                    <a:lumMod val="85000"/>
                    <a:lumOff val="15000"/>
                  </a:schemeClr>
                </a:solidFill>
                <a:latin typeface="Arial"/>
                <a:ea typeface="Arial"/>
                <a:cs typeface="Arial"/>
              </a:defRPr>
            </a:lvl5pPr>
          </a:lstStyle>
          <a:p xmlns:a="http://schemas.openxmlformats.org/drawingml/2006/main">
            <a:pPr lvl="0">
              <a:buNone/>
            </a:pPr>
            <a:r>
              <a:t>插入产品图</a:t>
            </a:r>
            <a:endParaRPr/>
          </a:p>
        </p:txBody>
      </p:sp>
      <p:sp>
        <p:nvSpPr>
          <p:cNvPr id="12" name="文本占位符 11">
            <a:extLst xmlns:a="http://schemas.openxmlformats.org/drawingml/2006/main">
              <a:ext uri="{FF2B5EF4-FFF2-40B4-BE49-F238E27FC236}">
                <a16:creationId xmlns:a16="http://schemas.microsoft.com/office/drawing/2014/main" id="{86DE3CA5-B862-41AD-BA2D-1011187ACD7F}"/>
              </a:ext>
            </a:extLst>
          </p:cNvPr>
          <p:cNvSpPr>
            <a:spLocks xmlns:a="http://schemas.openxmlformats.org/drawingml/2006/main" noGrp="1"/>
          </p:cNvSpPr>
          <p:nvPr>
            <p:ph type="body" idx="22" hasCustomPrompt="1"/>
          </p:nvPr>
        </p:nvSpPr>
        <p:spPr>
          <a:xfrm xmlns:a="http://schemas.openxmlformats.org/drawingml/2006/main">
            <a:off x="7210425" y="2239010"/>
            <a:ext cx="4597400" cy="276796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输入成功原因，</a:t>
            </a:r>
            <a:r>
              <a:t>120</a:t>
            </a:r>
            <a:r>
              <a:t>字以内</a:t>
            </a:r>
            <a:endParaRPr/>
          </a:p>
        </p:txBody>
      </p:sp>
      <p:sp>
        <p:nvSpPr>
          <p:cNvPr id="13" name="文本占位符 12">
            <a:extLst xmlns:a="http://schemas.openxmlformats.org/drawingml/2006/main">
              <a:ext uri="{FF2B5EF4-FFF2-40B4-BE49-F238E27FC236}">
                <a16:creationId xmlns:a16="http://schemas.microsoft.com/office/drawing/2014/main" id="{AE04CB34-1177-40C9-86CE-022C7AFA748D}"/>
              </a:ext>
            </a:extLst>
          </p:cNvPr>
          <p:cNvSpPr>
            <a:spLocks xmlns:a="http://schemas.openxmlformats.org/drawingml/2006/main" noGrp="1"/>
          </p:cNvSpPr>
          <p:nvPr>
            <p:ph type="body" idx="23" hasCustomPrompt="1"/>
          </p:nvPr>
        </p:nvSpPr>
        <p:spPr>
          <a:xfrm xmlns:a="http://schemas.openxmlformats.org/drawingml/2006/main">
            <a:off x="7136130" y="5572760"/>
            <a:ext cx="4671695" cy="94996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 marL="4572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 marL="914400" indent="0">
              <a:buNone/>
              <a:defRPr sz="1000" cap="all" baseline="0">
                <a:solidFill>
                  <a:schemeClr val="tx1">
                    <a:lumMod val="75000"/>
                    <a:lumOff val="2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成功案例，</a:t>
            </a:r>
            <a:r>
              <a:t>80</a:t>
            </a:r>
            <a:r>
              <a:t>字以内</a:t>
            </a:r>
            <a:endParaRPr/>
          </a:p>
        </p:txBody>
      </p:sp>
      <p:sp>
        <p:nvSpPr>
          <p:cNvPr id="21" name="文本占位符 20">
            <a:extLst xmlns:a="http://schemas.openxmlformats.org/drawingml/2006/main">
              <a:ext uri="{FF2B5EF4-FFF2-40B4-BE49-F238E27FC236}">
                <a16:creationId xmlns:a16="http://schemas.microsoft.com/office/drawing/2014/main" id="{AEB620E9-A447-4788-AD79-706154605F83}"/>
              </a:ext>
            </a:extLst>
          </p:cNvPr>
          <p:cNvSpPr>
            <a:spLocks xmlns:a="http://schemas.openxmlformats.org/drawingml/2006/main" noGrp="1"/>
          </p:cNvSpPr>
          <p:nvPr>
            <p:ph type="body" idx="25" hasCustomPrompt="1"/>
          </p:nvPr>
        </p:nvSpPr>
        <p:spPr>
          <a:xfrm xmlns:a="http://schemas.openxmlformats.org/drawingml/2006/main">
            <a:off x="424180" y="4846955"/>
            <a:ext cx="3652520" cy="3524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b="1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  <a:lvl2pPr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应用场景：</a:t>
            </a:r>
            <a:endParaRPr/>
          </a:p>
        </p:txBody>
      </p:sp>
      <p:sp>
        <p:nvSpPr>
          <p:cNvPr id="22" name="文本占位符 21">
            <a:extLst xmlns:a="http://schemas.openxmlformats.org/drawingml/2006/main">
              <a:ext uri="{FF2B5EF4-FFF2-40B4-BE49-F238E27FC236}">
                <a16:creationId xmlns:a16="http://schemas.microsoft.com/office/drawing/2014/main" id="{186152D3-EB2B-4A05-9878-8DDB9DDBB104}"/>
              </a:ext>
            </a:extLst>
          </p:cNvPr>
          <p:cNvSpPr>
            <a:spLocks xmlns:a="http://schemas.openxmlformats.org/drawingml/2006/main" noGrp="1"/>
          </p:cNvSpPr>
          <p:nvPr>
            <p:ph type="body" idx="26" hasCustomPrompt="1"/>
          </p:nvPr>
        </p:nvSpPr>
        <p:spPr>
          <a:xfrm xmlns:a="http://schemas.openxmlformats.org/drawingml/2006/main">
            <a:off x="4211955" y="4006850"/>
            <a:ext cx="2446655" cy="119316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b="1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  <a:lvl2pPr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主推方案：</a:t>
            </a:r>
            <a:endParaRPr/>
          </a:p>
        </p:txBody>
      </p:sp>
      <p:sp>
        <p:nvSpPr>
          <p:cNvPr id="24" name="文本占位符 23">
            <a:extLst xmlns:a="http://schemas.openxmlformats.org/drawingml/2006/main">
              <a:ext uri="{FF2B5EF4-FFF2-40B4-BE49-F238E27FC236}">
                <a16:creationId xmlns:a16="http://schemas.microsoft.com/office/drawing/2014/main" id="{3E590DB5-C629-4ABB-B477-51FF1341219A}"/>
              </a:ext>
            </a:extLst>
          </p:cNvPr>
          <p:cNvSpPr>
            <a:spLocks xmlns:a="http://schemas.openxmlformats.org/drawingml/2006/main" noGrp="1"/>
          </p:cNvSpPr>
          <p:nvPr>
            <p:ph type="body" idx="27" hasCustomPrompt="1"/>
          </p:nvPr>
        </p:nvSpPr>
        <p:spPr>
          <a:xfrm xmlns:a="http://schemas.openxmlformats.org/drawingml/2006/main">
            <a:off x="7210425" y="1534160"/>
            <a:ext cx="2184400" cy="567055"/>
          </a:xfrm>
        </p:spPr>
        <p:txBody>
          <a:bodyPr xmlns:a="http://schemas.openxmlformats.org/drawingml/2006/main">
            <a:noAutofit/>
          </a:bodyPr>
          <a:lstStyle xmlns:a="http://schemas.openxmlformats.org/drawingml/2006/main">
            <a:lvl1pPr marL="0" indent="0">
              <a:lnSpc>
                <a:spcPct val="150000"/>
              </a:lnSpc>
              <a:buNone/>
              <a:defRPr sz="1400" b="1" cap="all" baseline="0">
                <a:solidFill>
                  <a:schemeClr val="bg1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lvl1pPr>
            <a:lvl2pPr>
              <a:lnSpc>
                <a:spcPct val="150000"/>
              </a:lnSpc>
              <a:buNone/>
              <a:defRPr sz="16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2pPr>
            <a:lvl3pPr>
              <a:buNone/>
              <a:defRPr sz="140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3pPr>
            <a:lvl4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4pPr>
            <a:lvl5pPr>
              <a:buNone/>
              <a:defRPr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阿里巴巴普惠体 2.0 45 Light"/>
                <a:ea typeface="阿里巴巴普惠体 2.0 45 Light"/>
                <a:cs typeface="阿里巴巴普惠体 2.0 45 Light"/>
              </a:defRPr>
            </a:lvl5pPr>
          </a:lstStyle>
          <a:p xmlns:a="http://schemas.openxmlformats.org/drawingml/2006/main">
            <a:pPr lvl="0">
              <a:buNone/>
            </a:pPr>
            <a:r>
              <a:t>成功原因</a:t>
            </a:r>
            <a:endParaRPr/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A921CC12-B2CD-4A3E-A884-B721A2557F22}"/>
              </a:ext>
            </a:extLst>
          </p:cNvPr>
          <p:cNvSpPr>
            <a:spLocks xmlns:a="http://schemas.openxmlformats.org/drawingml/2006/main" noGrp="1"/>
          </p:cNvSpPr>
          <p:nvPr>
            <p:ph type="dt" idx="28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E10FAE84-3396-4457-BCD3-2D87F1D3D2DD}"/>
              </a:ext>
            </a:extLst>
          </p:cNvPr>
          <p:cNvSpPr>
            <a:spLocks xmlns:a="http://schemas.openxmlformats.org/drawingml/2006/main" noGrp="1"/>
          </p:cNvSpPr>
          <p:nvPr>
            <p:ph type="ftr" idx="29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6792CC96-22F3-4238-B6F6-4AEF6D8395D5}"/>
              </a:ext>
            </a:extLst>
          </p:cNvPr>
          <p:cNvSpPr>
            <a:spLocks xmlns:a="http://schemas.openxmlformats.org/drawingml/2006/main" noGrp="1"/>
          </p:cNvSpPr>
          <p:nvPr>
            <p:ph type="sldNum" idx="3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5.xml><?xml version="1.0" encoding="utf-8"?>
<p:sldLayout xmlns:p="http://schemas.openxmlformats.org/presentationml/2006/main" type="vertTitleAndTx" preserve="1">
  <p:cSld name="竖版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图片 9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53463616f643b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2" name="标题 1">
            <a:extLst xmlns:a="http://schemas.openxmlformats.org/drawingml/2006/main">
              <a:ext uri="{FF2B5EF4-FFF2-40B4-BE49-F238E27FC236}">
                <a16:creationId xmlns:a16="http://schemas.microsoft.com/office/drawing/2014/main" id="{1F974381-7508-4FEF-9178-5872E26F10D4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114062" y="2949837"/>
            <a:ext cx="6487886" cy="959222"/>
          </a:xfrm>
        </p:spPr>
        <p:txBody>
          <a:bodyPr xmlns:a="http://schemas.openxmlformats.org/drawingml/2006/main" vert="horz" lIns="90000" tIns="46800" rIns="90000" bIns="0" anchor="b">
            <a:noAutofit/>
          </a:bodyPr>
          <a:lstStyle xmlns:a="http://schemas.openxmlformats.org/drawingml/2006/main">
            <a:lvl1pPr marL="0" marR="0" algn="l" defTabSz="914400">
              <a:lnSpc>
                <a:spcPct val="100000"/>
              </a:lnSpc>
              <a:buNone/>
              <a:defRPr sz="6000" b="0" i="0" u="none" kern="1200" cap="none" spc="0" baseline="0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defRPr>
            </a:lvl1pPr>
          </a:lstStyle>
          <a:p xmlns:a="http://schemas.openxmlformats.org/drawingml/2006/main">
            <a:pPr lvl="0">
              <a:buNone/>
            </a:pPr>
            <a:r>
              <a:t>THANK YOU</a:t>
            </a:r>
            <a:endParaRPr/>
          </a:p>
        </p:txBody>
      </p:sp>
      <p:sp>
        <p:nvSpPr>
          <p:cNvPr id="3" name="日期占位符 2">
            <a:extLst xmlns:a="http://schemas.openxmlformats.org/drawingml/2006/main">
              <a:ext uri="{FF2B5EF4-FFF2-40B4-BE49-F238E27FC236}">
                <a16:creationId xmlns:a16="http://schemas.microsoft.com/office/drawing/2014/main" id="{CB969980-6824-4FE2-80DF-5A0F2EAE8BC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页脚占位符 3">
            <a:extLst xmlns:a="http://schemas.openxmlformats.org/drawingml/2006/main">
              <a:ext uri="{FF2B5EF4-FFF2-40B4-BE49-F238E27FC236}">
                <a16:creationId xmlns:a16="http://schemas.microsoft.com/office/drawing/2014/main" id="{C8FCA19D-8696-4A16-9D60-CB4046B1D36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灯片编号占位符 4">
            <a:extLst xmlns:a="http://schemas.openxmlformats.org/drawingml/2006/main">
              <a:ext uri="{FF2B5EF4-FFF2-40B4-BE49-F238E27FC236}">
                <a16:creationId xmlns:a16="http://schemas.microsoft.com/office/drawing/2014/main" id="{A557D47C-4B7E-4F90-94D2-4254F22EB3B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6.xml><?xml version="1.0" encoding="utf-8"?>
<p:sldLayout xmlns:p="http://schemas.openxmlformats.org/presentationml/2006/main" preserve="1">
  <p:cSld name="内容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413" name="图片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edfb9da2024b8f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9938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17411" name="文本框 6">
            <a:extLst xmlns:a="http://schemas.openxmlformats.org/drawingml/2006/main">
              <a:ext uri="{FF2B5EF4-FFF2-40B4-BE49-F238E27FC236}">
                <a16:creationId xmlns:a16="http://schemas.microsoft.com/office/drawing/2014/main" id="{6E73D2B2-A270-4B49-AB9C-EC6A360AEF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975" y="2921000"/>
            <a:ext cx="6042025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rPr sz="6000" b="1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rPr>
              <a:t>THANK  YOU</a:t>
            </a:r>
            <a:endParaRPr sz="6000" b="1">
              <a:solidFill>
                <a:schemeClr val="bg1"/>
              </a:solidFill>
              <a:latin typeface="阿里巴巴普惠体 3.0 105 Heavy"/>
              <a:ea typeface="阿里巴巴普惠体 3.0 105 Heavy"/>
              <a:cs typeface="阿里巴巴普惠体 3.0 105 Heavy"/>
            </a:endParaRPr>
          </a:p>
        </p:txBody>
      </p:sp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3813A163-D3F4-4610-9D47-31C8AC6FA28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20CF1A1E-A529-499F-B02C-871C9C1F1ED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2A39AB4A-7B79-4AA7-96F1-05F0D9E1569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Layouts/slideLayout17.xml><?xml version="1.0" encoding="utf-8"?>
<p:sldLayout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日期占位符 1">
            <a:extLst xmlns:a="http://schemas.openxmlformats.org/drawingml/2006/main">
              <a:ext uri="{FF2B5EF4-FFF2-40B4-BE49-F238E27FC236}">
                <a16:creationId xmlns:a16="http://schemas.microsoft.com/office/drawing/2014/main" id="{27406770-1660-4898-9FF5-80751FC366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3" name="页脚占位符 2">
            <a:extLst xmlns:a="http://schemas.openxmlformats.org/drawingml/2006/main">
              <a:ext uri="{FF2B5EF4-FFF2-40B4-BE49-F238E27FC236}">
                <a16:creationId xmlns:a16="http://schemas.microsoft.com/office/drawing/2014/main" id="{21D86066-3D8D-4ADC-BDA9-5FAA18EF3DF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4" name="灯片编号占位符 3">
            <a:extLst xmlns:a="http://schemas.openxmlformats.org/drawingml/2006/main">
              <a:ext uri="{FF2B5EF4-FFF2-40B4-BE49-F238E27FC236}">
                <a16:creationId xmlns:a16="http://schemas.microsoft.com/office/drawing/2014/main" id="{E08EC985-13BB-4250-9EC9-FC45E0B97B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b103175ef5148a9" /><Relationship Type="http://schemas.openxmlformats.org/officeDocument/2006/relationships/slideLayout" Target="/ppt/slideLayouts/slideLayout1.xml" Id="R125c96e4113a4848" /><Relationship Type="http://schemas.openxmlformats.org/officeDocument/2006/relationships/slideLayout" Target="/ppt/slideLayouts/slideLayout2.xml" Id="R62248b6c16a247b7" /><Relationship Type="http://schemas.openxmlformats.org/officeDocument/2006/relationships/slideLayout" Target="/ppt/slideLayouts/slideLayout3.xml" Id="R789ea1b7c18d4e94" /><Relationship Type="http://schemas.openxmlformats.org/officeDocument/2006/relationships/slideLayout" Target="/ppt/slideLayouts/slideLayout4.xml" Id="R69eb16873d614cd4" /><Relationship Type="http://schemas.openxmlformats.org/officeDocument/2006/relationships/slideLayout" Target="/ppt/slideLayouts/slideLayout5.xml" Id="Rb193854678ea4dbb" /><Relationship Type="http://schemas.openxmlformats.org/officeDocument/2006/relationships/slideLayout" Target="/ppt/slideLayouts/slideLayout6.xml" Id="R8e03653b2013484e" /><Relationship Type="http://schemas.openxmlformats.org/officeDocument/2006/relationships/slideLayout" Target="/ppt/slideLayouts/slideLayout7.xml" Id="R75cd2c6eba8c44d1" /><Relationship Type="http://schemas.openxmlformats.org/officeDocument/2006/relationships/slideLayout" Target="/ppt/slideLayouts/slideLayout8.xml" Id="Rc399fa64e03640d7" /><Relationship Type="http://schemas.openxmlformats.org/officeDocument/2006/relationships/slideLayout" Target="/ppt/slideLayouts/slideLayout9.xml" Id="R019a0cd261e84276" /><Relationship Type="http://schemas.openxmlformats.org/officeDocument/2006/relationships/slideLayout" Target="/ppt/slideLayouts/slideLayout10.xml" Id="R59a0cfceb5c8493e" /><Relationship Type="http://schemas.openxmlformats.org/officeDocument/2006/relationships/slideLayout" Target="/ppt/slideLayouts/slideLayout11.xml" Id="R8bb167aef9714f85" /><Relationship Type="http://schemas.openxmlformats.org/officeDocument/2006/relationships/slideLayout" Target="/ppt/slideLayouts/slideLayout12.xml" Id="R442d3fab03cc4644" /><Relationship Type="http://schemas.openxmlformats.org/officeDocument/2006/relationships/slideLayout" Target="/ppt/slideLayouts/slideLayout13.xml" Id="R06665b5a6fdd478f" /><Relationship Type="http://schemas.openxmlformats.org/officeDocument/2006/relationships/slideLayout" Target="/ppt/slideLayouts/slideLayout14.xml" Id="R5e8f34d298754f77" /><Relationship Type="http://schemas.openxmlformats.org/officeDocument/2006/relationships/slideLayout" Target="/ppt/slideLayouts/slideLayout15.xml" Id="R3e9b363a58f54655" /><Relationship Type="http://schemas.openxmlformats.org/officeDocument/2006/relationships/slideLayout" Target="/ppt/slideLayouts/slideLayout16.xml" Id="R7a63f4ef318c44bd" /><Relationship Type="http://schemas.openxmlformats.org/officeDocument/2006/relationships/slideLayout" Target="/ppt/slideLayouts/slideLayout17.xml" Id="Rc09d7a7126384ac5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6" name="标题占位符 1">
            <a:extLst xmlns:a="http://schemas.openxmlformats.org/drawingml/2006/main">
              <a:ext uri="{FF2B5EF4-FFF2-40B4-BE49-F238E27FC236}">
                <a16:creationId xmlns:a16="http://schemas.microsoft.com/office/drawing/2014/main" id="{501F6D80-3339-460D-97E6-B2DD3C4EE85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8300"/>
            <a:ext cx="10515600" cy="12779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标准字体为阿里巴巴普惠体</a:t>
            </a:r>
            <a:endParaRPr/>
          </a:p>
        </p:txBody>
      </p:sp>
      <p:sp>
        <p:nvSpPr>
          <p:cNvPr id="1027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359AB0E7-C4A4-4A65-B59A-C4501E79B810}"/>
              </a:ext>
            </a:extLst>
          </p:cNvPr>
          <p:cNvSpPr>
            <a:spLocks xmlns:a="http://schemas.openxmlformats.org/drawingml/2006/main" noGrp="1"/>
          </p:cNvSpPr>
          <p:nvPr>
            <p:ph type="body" idx="0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vert="horz" lIns="91440" tIns="45720" rIns="91440" bIns="45720" anchor="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封面</a:t>
            </a:r>
            <a:r>
              <a:t>/</a:t>
            </a:r>
            <a:r>
              <a:t>章节主标题字号</a:t>
            </a:r>
            <a:r>
              <a:t>44</a:t>
            </a:r>
            <a:endParaRPr/>
          </a:p>
          <a:p xmlns:a="http://schemas.openxmlformats.org/drawingml/2006/main">
            <a:pPr lvl="1">
              <a:buNone/>
            </a:pPr>
            <a:r>
              <a:t>内文主标题字号</a:t>
            </a:r>
            <a:r>
              <a:t>32</a:t>
            </a:r>
            <a:endParaRPr/>
          </a:p>
          <a:p xmlns:a="http://schemas.openxmlformats.org/drawingml/2006/main">
            <a:pPr lvl="2">
              <a:buNone/>
            </a:pPr>
            <a:r>
              <a:t>内文副标题字号</a:t>
            </a:r>
            <a:r>
              <a:t>18</a:t>
            </a:r>
            <a:endParaRPr/>
          </a:p>
          <a:p xmlns:a="http://schemas.openxmlformats.org/drawingml/2006/main">
            <a:pPr lvl="3">
              <a:buNone/>
            </a:pPr>
            <a:r>
              <a:t>内文正文字号</a:t>
            </a:r>
            <a:r>
              <a:t>12-16</a:t>
            </a:r>
            <a:endParaRPr/>
          </a:p>
          <a:p xmlns:a="http://schemas.openxmlformats.org/drawingml/2006/main">
            <a:pPr lvl="4">
              <a:buNone/>
            </a:pPr>
            <a:r>
              <a:t>最小字体不得小于</a:t>
            </a:r>
            <a:r>
              <a:t>12</a:t>
            </a:r>
            <a:r>
              <a:t>号</a:t>
            </a:r>
            <a:endParaRPr/>
          </a:p>
        </p:txBody>
      </p:sp>
      <p:sp>
        <p:nvSpPr>
          <p:cNvPr id="4" name="日期占位符 3">
            <a:extLst xmlns:a="http://schemas.openxmlformats.org/drawingml/2006/main">
              <a:ext uri="{FF2B5EF4-FFF2-40B4-BE49-F238E27FC236}">
                <a16:creationId xmlns:a16="http://schemas.microsoft.com/office/drawing/2014/main" id="{8B3227BA-C9F5-4ABE-A7FE-20010B96D2FA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5" name="页脚占位符 4">
            <a:extLst xmlns:a="http://schemas.openxmlformats.org/drawingml/2006/main">
              <a:ext uri="{FF2B5EF4-FFF2-40B4-BE49-F238E27FC236}">
                <a16:creationId xmlns:a16="http://schemas.microsoft.com/office/drawing/2014/main" id="{63EA4BC3-90F8-4057-8DD8-E1F6C338D87E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6AC2A392-26E8-46B0-ABB4-B155E4490F8D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lvl1pPr>
          </a:lstStyle>
          <a:p xmlns:a="http://schemas.openxmlformats.org/drawingml/2006/main">
            <a:pPr>
              <a:buNone/>
            </a:pPr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25c96e4113a4848"/>
    <p:sldLayoutId xmlns:r="http://schemas.openxmlformats.org/officeDocument/2006/relationships" id="2147483650" r:id="R62248b6c16a247b7"/>
    <p:sldLayoutId xmlns:r="http://schemas.openxmlformats.org/officeDocument/2006/relationships" id="2147483651" r:id="R789ea1b7c18d4e94"/>
    <p:sldLayoutId xmlns:r="http://schemas.openxmlformats.org/officeDocument/2006/relationships" id="2147483652" r:id="R69eb16873d614cd4"/>
    <p:sldLayoutId xmlns:r="http://schemas.openxmlformats.org/officeDocument/2006/relationships" id="2147483653" r:id="Rb193854678ea4dbb"/>
    <p:sldLayoutId xmlns:r="http://schemas.openxmlformats.org/officeDocument/2006/relationships" id="2147483654" r:id="R8e03653b2013484e"/>
    <p:sldLayoutId xmlns:r="http://schemas.openxmlformats.org/officeDocument/2006/relationships" id="2147483655" r:id="R75cd2c6eba8c44d1"/>
    <p:sldLayoutId xmlns:r="http://schemas.openxmlformats.org/officeDocument/2006/relationships" id="2147483656" r:id="Rc399fa64e03640d7"/>
    <p:sldLayoutId xmlns:r="http://schemas.openxmlformats.org/officeDocument/2006/relationships" id="2147483657" r:id="R019a0cd261e84276"/>
    <p:sldLayoutId xmlns:r="http://schemas.openxmlformats.org/officeDocument/2006/relationships" id="2147483658" r:id="R59a0cfceb5c8493e"/>
    <p:sldLayoutId xmlns:r="http://schemas.openxmlformats.org/officeDocument/2006/relationships" id="2147483659" r:id="R8bb167aef9714f85"/>
    <p:sldLayoutId xmlns:r="http://schemas.openxmlformats.org/officeDocument/2006/relationships" id="2147483660" r:id="R442d3fab03cc4644"/>
    <p:sldLayoutId xmlns:r="http://schemas.openxmlformats.org/officeDocument/2006/relationships" id="2147483661" r:id="R06665b5a6fdd478f"/>
    <p:sldLayoutId xmlns:r="http://schemas.openxmlformats.org/officeDocument/2006/relationships" id="2147483662" r:id="R5e8f34d298754f77"/>
    <p:sldLayoutId xmlns:r="http://schemas.openxmlformats.org/officeDocument/2006/relationships" id="2147483663" r:id="R3e9b363a58f54655"/>
    <p:sldLayoutId xmlns:r="http://schemas.openxmlformats.org/officeDocument/2006/relationships" id="2147483664" r:id="R7a63f4ef318c44bd"/>
    <p:sldLayoutId xmlns:r="http://schemas.openxmlformats.org/officeDocument/2006/relationships" id="2147483665" r:id="Rc09d7a7126384ac5"/>
  </p:sldLayoutIdLst>
  <p:hf sldNum="0"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阿里巴巴普惠体 3.0 55 Regular"/>
          <a:ea typeface="阿里巴巴普惠体 3.0 55 Regular"/>
          <a:cs typeface="阿里巴巴普惠体 3.0 55 Regular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4400" kern="1200">
          <a:solidFill>
            <a:schemeClr val="tx1"/>
          </a:solidFill>
          <a:latin typeface="阿里巴巴普惠体 3.0 55 Regular"/>
          <a:ea typeface="阿里巴巴普惠体 3.0 55 Regular"/>
          <a:cs typeface="阿里巴巴普惠体 3.0 55 Regular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3200" kern="1200">
          <a:solidFill>
            <a:schemeClr val="tx1"/>
          </a:solidFill>
          <a:latin typeface="阿里巴巴普惠体 3.0 55 Regular"/>
          <a:ea typeface="阿里巴巴普惠体 3.0 55 Regular"/>
          <a:cs typeface="阿里巴巴普惠体 3.0 55 Regular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阿里巴巴普惠体 3.0 55 Regular"/>
          <a:ea typeface="阿里巴巴普惠体 3.0 55 Regular"/>
          <a:cs typeface="阿里巴巴普惠体 3.0 55 Regular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200" kern="1200">
          <a:solidFill>
            <a:schemeClr val="tx1"/>
          </a:solidFill>
          <a:latin typeface="阿里巴巴普惠体 3.0 55 Regular"/>
          <a:ea typeface="阿里巴巴普惠体 3.0 55 Regular"/>
          <a:cs typeface="阿里巴巴普惠体 3.0 55 Regular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200" kern="1200">
          <a:solidFill>
            <a:schemeClr val="tx1"/>
          </a:solidFill>
          <a:latin typeface="阿里巴巴普惠体 3.0 55 Regular"/>
          <a:ea typeface="阿里巴巴普惠体 3.0 55 Regular"/>
          <a:cs typeface="阿里巴巴普惠体 3.0 55 Regular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阿里巴巴普惠体 3.0 55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阿里巴巴普惠体 3.0 55 Regular"/>
        <a:ea typeface=""/>
        <a:cs typeface=""/>
        <a:font script="Jpan" typeface="ＭＳ Ｐゴシック"/>
        <a:font script="Hang" typeface="맑은 고딕"/>
        <a:font script="Hans" typeface="阿里巴巴普惠体 3.0 55 Regular"/>
        <a:font script="Hant" typeface="新細明體"/>
        <a:font script="Arab" typeface="阿里巴巴普惠体 3.0 55 Regular"/>
        <a:font script="Hebr" typeface="阿里巴巴普惠体 3.0 55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阿里巴巴普惠体 3.0 55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556973da254ad6" /><Relationship Type="http://schemas.openxmlformats.org/officeDocument/2006/relationships/notesSlide" Target="/ppt/notesSlides/notesSlide1.xml" Id="R9b535378f8fd446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4a28874f1be34d5e" /><Relationship Type="http://schemas.openxmlformats.org/officeDocument/2006/relationships/notesSlide" Target="/ppt/notesSlides/notesSlide2.xml" Id="R2cdeb660275749b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ed8a13f76a420f" /><Relationship Type="http://schemas.openxmlformats.org/officeDocument/2006/relationships/image" Target="/ppt/media/image7.png" Id="R5845800c1fa9416c" /><Relationship Type="http://schemas.openxmlformats.org/officeDocument/2006/relationships/notesSlide" Target="/ppt/notesSlides/notesSlide3.xml" Id="Rd193393f5b9d4620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481" name="标题 1">
            <a:extLst xmlns:a="http://schemas.openxmlformats.org/drawingml/2006/main">
              <a:ext uri="{FF2B5EF4-FFF2-40B4-BE49-F238E27FC236}">
                <a16:creationId xmlns:a16="http://schemas.microsoft.com/office/drawing/2014/main" id="{70196098-1FE4-423B-B0FF-48773FF0AB2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28638" y="2214563"/>
            <a:ext cx="7383462" cy="1519237"/>
          </a:xfrm>
        </p:spPr>
        <p:txBody>
          <a:bodyPr xmlns:a="http://schemas.openxmlformats.org/drawingml/2006/main" lIns="90000" tIns="46800" rIns="90000" bIns="0" anchor="b"/>
          <a:lstStyle xmlns:a="http://schemas.openxmlformats.org/drawingml/2006/main"/>
          <a:p xmlns:a="http://schemas.openxmlformats.org/drawingml/2006/main">
            <a:pPr indent="0" defTabSz="914400">
              <a:buNone/>
            </a:pPr>
            <a:endParaRPr kern="1200" baseline="0">
              <a:latin typeface="阿里巴巴普惠体 3.0 65 Medium"/>
              <a:ea typeface="阿里巴巴普惠体 3.0 65 Medium"/>
              <a:cs typeface="阿里巴巴普惠体 3.0 65 Medium"/>
            </a:endParaRPr>
          </a:p>
        </p:txBody>
      </p:sp>
      <p:sp>
        <p:nvSpPr>
          <p:cNvPr id="20482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0E9290E2-0BF3-417E-B09F-A2DF4A80FE70}"/>
              </a:ext>
            </a:extLst>
          </p:cNvPr>
          <p:cNvSpPr>
            <a:spLocks xmlns:a="http://schemas.openxmlformats.org/drawingml/2006/main" noGrp="1"/>
          </p:cNvSpPr>
          <p:nvPr>
            <p:ph type="body" idx="15" hasCustomPrompt="1"/>
          </p:nvPr>
        </p:nvSpPr>
        <p:spPr>
          <a:xfrm xmlns:a="http://schemas.openxmlformats.org/drawingml/2006/main">
            <a:off x="4387850" y="3911600"/>
            <a:ext cx="2513013" cy="781050"/>
          </a:xfrm>
        </p:spPr>
        <p:txBody>
          <a:bodyPr xmlns:a="http://schemas.openxmlformats.org/drawingml/2006/main" vert="horz" lIns="91440" tIns="45720" rIns="91440" bIns="45720" anchor="t"/>
          <a:lstStyle xmlns:a="http://schemas.openxmlformats.org/drawingml/2006/main"/>
          <a:p xmlns:a="http://schemas.openxmlformats.org/drawingml/2006/main">
            <a:pPr defTabSz="914400">
              <a:buClrTx/>
              <a:buSzTx/>
              <a:buNone/>
            </a:pPr>
            <a:endParaRPr kern="1200" baseline="0">
              <a:latin typeface="阿里巴巴普惠体 3.0 55 Regular"/>
              <a:ea typeface="阿里巴巴普惠体 3.0 55 Regular"/>
              <a:cs typeface="阿里巴巴普惠体 3.0 55 Regular"/>
            </a:endParaRPr>
          </a:p>
        </p:txBody>
      </p:sp>
    </p:spTree>
    <p:extLst>
      <p:ext uri="{BB962C8B-B14F-4D97-AF65-F5344CB8AC3E}">
        <p14:creationId xmlns:p14="http://schemas.microsoft.com/office/powerpoint/2010/main" val="191533981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553" name="标题 1">
            <a:extLst xmlns:a="http://schemas.openxmlformats.org/drawingml/2006/main">
              <a:ext uri="{FF2B5EF4-FFF2-40B4-BE49-F238E27FC236}">
                <a16:creationId xmlns:a16="http://schemas.microsoft.com/office/drawing/2014/main" id="{D2B64505-E81A-41DE-AB06-11DCEC30B8B6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561975" y="400050"/>
            <a:ext cx="3238500" cy="590550"/>
          </a:xfrm>
        </p:spPr>
        <p:txBody>
          <a:bodyPr xmlns:a="http://schemas.openxmlformats.org/drawingml/2006/main" vert="horz" lIns="91440" tIns="45720" rIns="91440" bIns="4572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>
                <a:solidFill>
                  <a:srgbClr val="000000"/>
                </a:solidFill>
                <a:latin typeface="阿里巴巴普惠体 3.0 65 Medium"/>
                <a:ea typeface="阿里巴巴普惠体 3.0 65 Medium"/>
                <a:cs typeface="阿里巴巴普惠体 3.0 65 Medium"/>
              </a:defRPr>
            </a:pPr>
            <a:r>
              <a:rPr sz="3000">
                <a:solidFill>
                  <a:srgbClr val="000000"/>
                </a:solidFill>
                <a:latin typeface="阿里巴巴普惠体 3.0 65 Medium"/>
                <a:ea typeface="阿里巴巴普惠体 3.0 65 Medium"/>
                <a:cs typeface="阿里巴巴普惠体 3.0 65 Medium"/>
              </a:rPr>
              <a:t>场景</a:t>
            </a:r>
          </a:p>
        </p:txBody>
      </p:sp>
      <p:sp>
        <p:nvSpPr>
          <p:cNvPr id="3" name="文本占位符 2">
            <a:extLst xmlns:a="http://schemas.openxmlformats.org/drawingml/2006/main">
              <a:ext uri="{FF2B5EF4-FFF2-40B4-BE49-F238E27FC236}">
                <a16:creationId xmlns:a16="http://schemas.microsoft.com/office/drawing/2014/main" id="{A86AE516-895C-4E8C-BEE9-56AC20704834}"/>
              </a:ext>
            </a:extLst>
          </p:cNvPr>
          <p:cNvSpPr>
            <a:spLocks xmlns:a="http://schemas.openxmlformats.org/drawingml/2006/main" noGrp="1"/>
          </p:cNvSpPr>
          <p:nvPr>
            <p:ph type="body" idx="13" hasCustomPrompt="1"/>
          </p:nvPr>
        </p:nvSpPr>
        <p:spPr>
          <a:xfrm xmlns:a="http://schemas.openxmlformats.org/drawingml/2006/main">
            <a:off x="561975" y="1162050"/>
            <a:ext cx="3238500" cy="4705350"/>
          </a:xfrm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总异常：PASS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数据范围：PASS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帧完整性：PASS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数据居中：PASS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Ipd 转换：PASS</a:t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ACC 异常：PASS</a:t>
            </a:r>
          </a:p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</a:pPr>
            <a:r>
              <a:rPr sz="1200"/>
              <a:t/>
            </a:r>
          </a:p>
          <a:p xmlns:a="http://schemas.openxmlformats.org/drawingml/2006/main"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defRPr>
            </a:pPr>
            <a:r>
              <a:rPr sz="1200">
                <a:solidFill>
                  <a:srgbClr val="000000"/>
                </a:solidFill>
                <a:latin typeface="阿里巴巴普惠体 3.0 45 Light"/>
                <a:ea typeface="阿里巴巴普惠体 3.0 45 Light"/>
                <a:cs typeface="阿里巴巴普惠体 3.0 45 Light"/>
              </a:rPr>
              <a:t>详细说明</a:t>
            </a:r>
          </a:p>
        </p:txBody>
      </p:sp>
      <p:sp>
        <p:nvSpPr>
          <p:cNvPr id="4" name="内容占位符 3">
            <a:extLst xmlns:a="http://schemas.openxmlformats.org/drawingml/2006/main">
              <a:ext uri="{FF2B5EF4-FFF2-40B4-BE49-F238E27FC236}">
                <a16:creationId xmlns:a16="http://schemas.microsoft.com/office/drawing/2014/main" id="{C619F093-A66C-4327-ACC8-55801E0D1FA5}"/>
              </a:ext>
            </a:extLst>
          </p:cNvPr>
          <p:cNvSpPr>
            <a:spLocks xmlns:a="http://schemas.openxmlformats.org/drawingml/2006/main" noGrp="1"/>
          </p:cNvSpPr>
          <p:nvPr>
            <p:ph idx="14" hasCustomPrompt="1"/>
          </p:nvPr>
        </p:nvSpPr>
        <p:spPr>
          <a:xfrm xmlns:a="http://schemas.openxmlformats.org/drawingml/2006/main">
            <a:off x="4195763" y="1000125"/>
            <a:ext cx="7348538" cy="34766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主图</a:t>
            </a:r>
          </a:p>
        </p:txBody>
      </p:sp>
      <p:sp>
        <p:nvSpPr>
          <p:cNvPr id="9" name="文件名副标题">
            <a:extLst xmlns:a="http://schemas.openxmlformats.org/drawingml/2006/main">
              <a:ext uri="{FF2B5EF4-FFF2-40B4-BE49-F238E27FC236}">
                <a16:creationId xmlns:a16="http://schemas.microsoft.com/office/drawing/2014/main" id="{EA11D7EA-EA06-4847-9513-D9B14A7D2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5763" y="428625"/>
            <a:ext cx="7348538" cy="4191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000">
                <a:solidFill>
                  <a:srgbClr val="000000"/>
                </a:solidFill>
                <a:latin typeface="阿里巴巴普惠体 3.0 55 Regular"/>
                <a:ea typeface="阿里巴巴普惠体 3.0 55 Regular"/>
                <a:cs typeface="阿里巴巴普惠体 3.0 55 Regular"/>
              </a:defRPr>
            </a:pPr>
            <a:r>
              <a:rPr sz="2000">
                <a:solidFill>
                  <a:srgbClr val="000000"/>
                </a:solidFill>
                <a:latin typeface="阿里巴巴普惠体 3.0 55 Regular"/>
                <a:ea typeface="阿里巴巴普惠体 3.0 55 Regular"/>
                <a:cs typeface="阿里巴巴普惠体 3.0 55 Regular"/>
              </a:rPr>
              <a:t>文件名.csv</a:t>
            </a:r>
          </a:p>
        </p:txBody>
      </p:sp>
      <p:sp>
        <p:nvSpPr>
          <p:cNvPr id="23554" name="副图占位符">
            <a:extLst xmlns:a="http://schemas.openxmlformats.org/drawingml/2006/main">
              <a:ext uri="{FF2B5EF4-FFF2-40B4-BE49-F238E27FC236}">
                <a16:creationId xmlns:a16="http://schemas.microsoft.com/office/drawing/2014/main" id="{73DE57F3-3C0C-48FB-82E2-CF9E58D46267}"/>
              </a:ext>
            </a:extLst>
          </p:cNvPr>
          <p:cNvSpPr>
            <a:spLocks xmlns:a="http://schemas.openxmlformats.org/drawingml/2006/main" noGrp="1"/>
          </p:cNvSpPr>
          <p:nvPr>
            <p:ph idx="15"/>
          </p:nvPr>
        </p:nvSpPr>
        <p:spPr>
          <a:xfrm xmlns:a="http://schemas.openxmlformats.org/drawingml/2006/main">
            <a:off x="4195763" y="4619625"/>
            <a:ext cx="7348538" cy="1247775"/>
          </a:xfrm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00">
                <a:solidFill>
                  <a:srgbClr val="65758B"/>
                </a:solidFill>
              </a:defRPr>
            </a:pPr>
            <a:r>
              <a:rPr sz="1200">
                <a:solidFill>
                  <a:srgbClr val="65758B"/>
                </a:solidFill>
              </a:rPr>
              <a:t>副图</a:t>
            </a:r>
          </a:p>
        </p:txBody>
      </p:sp>
    </p:spTree>
    <p:extLst>
      <p:ext uri="{BB962C8B-B14F-4D97-AF65-F5344CB8AC3E}">
        <p14:creationId xmlns:p14="http://schemas.microsoft.com/office/powerpoint/2010/main" val="65785537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580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45800c1fa941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9938" cy="6858000"/>
          </a:xfrm>
          <a:prstGeom xmlns:a="http://schemas.openxmlformats.org/drawingml/2006/main" prst="rect">
            <a:avLst/>
          </a:prstGeom>
          <a:ln xmlns:a="http://schemas.openxmlformats.org/drawingml/2006/main" w="9525">
            <a:noFill/>
          </a:ln>
        </p:spPr>
      </p:pic>
      <p:sp>
        <p:nvSpPr>
          <p:cNvPr id="24578" name="文本框 4">
            <a:extLst xmlns:a="http://schemas.openxmlformats.org/drawingml/2006/main">
              <a:ext uri="{FF2B5EF4-FFF2-40B4-BE49-F238E27FC236}">
                <a16:creationId xmlns:a16="http://schemas.microsoft.com/office/drawing/2014/main" id="{F28A3FEF-F5EF-49FE-8136-0A9934DA0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7363" y="2921000"/>
            <a:ext cx="6040437" cy="1016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noFill/>
          </a:ln>
        </p:spPr>
        <p:txBody>
          <a:bodyPr xmlns:a="http://schemas.openxmlformats.org/drawingml/2006/main" wrap="square" anchor="t">
            <a:spAutoFit/>
          </a:bodyPr>
          <a:lstStyle xmlns:a="http://schemas.openxmlformats.org/drawingml/2006/main"/>
          <a:p xmlns:a="http://schemas.openxmlformats.org/drawingml/2006/main">
            <a:r>
              <a:rPr sz="6000" b="1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rPr>
              <a:t>THANK  YOU</a:t>
            </a:r>
            <a:r>
              <a:rPr sz="6000" b="1">
                <a:solidFill>
                  <a:schemeClr val="bg1"/>
                </a:solidFill>
                <a:latin typeface="阿里巴巴普惠体 3.0 105 Heavy"/>
                <a:ea typeface="阿里巴巴普惠体 3.0 105 Heavy"/>
                <a:cs typeface="阿里巴巴普惠体 3.0 105 Heavy"/>
              </a:rPr>
              <a:t>！</a:t>
            </a:r>
            <a:endParaRPr sz="6000" b="1">
              <a:solidFill>
                <a:schemeClr val="bg1"/>
              </a:solidFill>
              <a:latin typeface="阿里巴巴普惠体 3.0 105 Heavy"/>
              <a:ea typeface="阿里巴巴普惠体 3.0 105 Heavy"/>
              <a:cs typeface="阿里巴巴普惠体 3.0 105 Heavy"/>
            </a:endParaRPr>
          </a:p>
        </p:txBody>
      </p:sp>
    </p:spTree>
    <p:extLst>
      <p:ext uri="{BB962C8B-B14F-4D97-AF65-F5344CB8AC3E}">
        <p14:creationId xmlns:p14="http://schemas.microsoft.com/office/powerpoint/2010/main" val="1847221123"/>
      </p:ext>
    </p:extLst>
  </p:cSld>
</p:sld>
</file>

<file path=ppt/theme/theme1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阿里巴巴普惠体 3.0 55 Regular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阿里巴巴普惠体 3.0 55 Regular"/>
        <a:ea typeface=""/>
        <a:cs typeface=""/>
        <a:font script="Jpan" typeface="ＭＳ Ｐゴシック"/>
        <a:font script="Hang" typeface="맑은 고딕"/>
        <a:font script="Hans" typeface="阿里巴巴普惠体 3.0 55 Regular"/>
        <a:font script="Hant" typeface="新細明體"/>
        <a:font script="Arab" typeface="阿里巴巴普惠体 3.0 55 Regular"/>
        <a:font script="Hebr" typeface="阿里巴巴普惠体 3.0 55 Regular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阿里巴巴普惠体 3.0 55 Regular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2026-08-19T14:25:19.1680000Z</dcterms:created>
  <dcterms:modified xsi:type="dcterms:W3CDTF">2026-08-19T14:25:19.1680000Z</dcterms:modified>
</coreProperties>
</file>